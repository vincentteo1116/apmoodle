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4"/>
  </p:sldMasterIdLst>
  <p:notesMasterIdLst>
    <p:notesMasterId r:id="rId20"/>
  </p:notesMasterIdLst>
  <p:handoutMasterIdLst>
    <p:handoutMasterId r:id="rId21"/>
  </p:handoutMasterIdLst>
  <p:sldIdLst>
    <p:sldId id="256" r:id="rId5"/>
    <p:sldId id="257" r:id="rId6"/>
    <p:sldId id="258" r:id="rId7"/>
    <p:sldId id="262" r:id="rId8"/>
    <p:sldId id="259" r:id="rId9"/>
    <p:sldId id="261" r:id="rId10"/>
    <p:sldId id="260" r:id="rId11"/>
    <p:sldId id="268" r:id="rId12"/>
    <p:sldId id="319" r:id="rId13"/>
    <p:sldId id="321" r:id="rId14"/>
    <p:sldId id="269" r:id="rId15"/>
    <p:sldId id="265" r:id="rId16"/>
    <p:sldId id="264" r:id="rId17"/>
    <p:sldId id="270" r:id="rId18"/>
    <p:sldId id="272" r:id="rId19"/>
  </p:sldIdLst>
  <p:sldSz cx="12192000" cy="6858000"/>
  <p:notesSz cx="7315200" cy="96012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Module Introduction" id="{1FAF874F-2EDA-4EDB-A31A-5EB1826A485A}">
          <p14:sldIdLst>
            <p14:sldId id="256"/>
            <p14:sldId id="257"/>
            <p14:sldId id="258"/>
            <p14:sldId id="262"/>
            <p14:sldId id="259"/>
            <p14:sldId id="261"/>
            <p14:sldId id="260"/>
            <p14:sldId id="268"/>
            <p14:sldId id="319"/>
            <p14:sldId id="321"/>
            <p14:sldId id="269"/>
            <p14:sldId id="265"/>
            <p14:sldId id="264"/>
            <p14:sldId id="270"/>
            <p14:sldId id="27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F1449"/>
    <a:srgbClr val="001B4D"/>
    <a:srgbClr val="FB6B53"/>
    <a:srgbClr val="FF6600"/>
    <a:srgbClr val="A2C1FE"/>
    <a:srgbClr val="A2FFA3"/>
    <a:srgbClr val="FFFF99"/>
    <a:srgbClr val="FFFF66"/>
    <a:srgbClr val="FCFEB9"/>
    <a:srgbClr val="CECE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1627A0-3084-4A6F-BFA3-4471A4322333}" v="29" dt="2023-11-04T14:18:43.0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79" autoAdjust="0"/>
    <p:restoredTop sz="94249" autoAdjust="0"/>
  </p:normalViewPr>
  <p:slideViewPr>
    <p:cSldViewPr snapToGrid="0">
      <p:cViewPr varScale="1">
        <p:scale>
          <a:sx n="59" d="100"/>
          <a:sy n="59" d="100"/>
        </p:scale>
        <p:origin x="952" y="52"/>
      </p:cViewPr>
      <p:guideLst/>
    </p:cSldViewPr>
  </p:slideViewPr>
  <p:outlineViewPr>
    <p:cViewPr>
      <p:scale>
        <a:sx n="33" d="100"/>
        <a:sy n="33" d="100"/>
      </p:scale>
      <p:origin x="0" y="-4056"/>
    </p:cViewPr>
  </p:outlineViewPr>
  <p:notesTextViewPr>
    <p:cViewPr>
      <p:scale>
        <a:sx n="1" d="1"/>
        <a:sy n="1" d="1"/>
      </p:scale>
      <p:origin x="0" y="0"/>
    </p:cViewPr>
  </p:notesTextViewPr>
  <p:sorterViewPr>
    <p:cViewPr varScale="1">
      <p:scale>
        <a:sx n="1" d="1"/>
        <a:sy n="1" d="1"/>
      </p:scale>
      <p:origin x="0" y="-60"/>
    </p:cViewPr>
  </p:sorterViewPr>
  <p:notesViewPr>
    <p:cSldViewPr snapToGrid="0">
      <p:cViewPr varScale="1">
        <p:scale>
          <a:sx n="52" d="100"/>
          <a:sy n="52" d="100"/>
        </p:scale>
        <p:origin x="300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ong Mien May" userId="87ca11c4-6aa3-4301-9409-039f3efba05b" providerId="ADAL" clId="{9B1627A0-3084-4A6F-BFA3-4471A4322333}"/>
    <pc:docChg chg="undo redo custSel modSld">
      <pc:chgData name="Chong Mien May" userId="87ca11c4-6aa3-4301-9409-039f3efba05b" providerId="ADAL" clId="{9B1627A0-3084-4A6F-BFA3-4471A4322333}" dt="2023-11-06T18:07:27.410" v="863" actId="20577"/>
      <pc:docMkLst>
        <pc:docMk/>
      </pc:docMkLst>
      <pc:sldChg chg="modSp mod">
        <pc:chgData name="Chong Mien May" userId="87ca11c4-6aa3-4301-9409-039f3efba05b" providerId="ADAL" clId="{9B1627A0-3084-4A6F-BFA3-4471A4322333}" dt="2023-11-04T13:43:08.116" v="4" actId="20577"/>
        <pc:sldMkLst>
          <pc:docMk/>
          <pc:sldMk cId="0" sldId="256"/>
        </pc:sldMkLst>
        <pc:spChg chg="mod">
          <ac:chgData name="Chong Mien May" userId="87ca11c4-6aa3-4301-9409-039f3efba05b" providerId="ADAL" clId="{9B1627A0-3084-4A6F-BFA3-4471A4322333}" dt="2023-11-04T13:43:08.116" v="4" actId="20577"/>
          <ac:spMkLst>
            <pc:docMk/>
            <pc:sldMk cId="0" sldId="256"/>
            <ac:spMk id="15362" creationId="{1608A8A6-5296-4CB0-9BCC-92DC25D0D67A}"/>
          </ac:spMkLst>
        </pc:spChg>
      </pc:sldChg>
      <pc:sldChg chg="modSp mod">
        <pc:chgData name="Chong Mien May" userId="87ca11c4-6aa3-4301-9409-039f3efba05b" providerId="ADAL" clId="{9B1627A0-3084-4A6F-BFA3-4471A4322333}" dt="2023-11-06T18:07:27.410" v="863" actId="20577"/>
        <pc:sldMkLst>
          <pc:docMk/>
          <pc:sldMk cId="3788836444" sldId="257"/>
        </pc:sldMkLst>
        <pc:spChg chg="mod">
          <ac:chgData name="Chong Mien May" userId="87ca11c4-6aa3-4301-9409-039f3efba05b" providerId="ADAL" clId="{9B1627A0-3084-4A6F-BFA3-4471A4322333}" dt="2023-11-06T18:07:27.410" v="863" actId="20577"/>
          <ac:spMkLst>
            <pc:docMk/>
            <pc:sldMk cId="3788836444" sldId="257"/>
            <ac:spMk id="3" creationId="{59D94BFC-C94A-42B5-A771-6F8C85AE2CE3}"/>
          </ac:spMkLst>
        </pc:spChg>
      </pc:sldChg>
      <pc:sldChg chg="modSp mod">
        <pc:chgData name="Chong Mien May" userId="87ca11c4-6aa3-4301-9409-039f3efba05b" providerId="ADAL" clId="{9B1627A0-3084-4A6F-BFA3-4471A4322333}" dt="2023-11-04T13:43:29.398" v="5"/>
        <pc:sldMkLst>
          <pc:docMk/>
          <pc:sldMk cId="3703649764" sldId="258"/>
        </pc:sldMkLst>
        <pc:spChg chg="mod">
          <ac:chgData name="Chong Mien May" userId="87ca11c4-6aa3-4301-9409-039f3efba05b" providerId="ADAL" clId="{9B1627A0-3084-4A6F-BFA3-4471A4322333}" dt="2023-11-04T13:43:29.398" v="5"/>
          <ac:spMkLst>
            <pc:docMk/>
            <pc:sldMk cId="3703649764" sldId="258"/>
            <ac:spMk id="3" creationId="{D753CFC3-32F9-4C01-9B19-9CB8B9C9A7E9}"/>
          </ac:spMkLst>
        </pc:spChg>
      </pc:sldChg>
      <pc:sldChg chg="modSp mod">
        <pc:chgData name="Chong Mien May" userId="87ca11c4-6aa3-4301-9409-039f3efba05b" providerId="ADAL" clId="{9B1627A0-3084-4A6F-BFA3-4471A4322333}" dt="2023-11-04T13:44:45.615" v="12" actId="20577"/>
        <pc:sldMkLst>
          <pc:docMk/>
          <pc:sldMk cId="589219231" sldId="259"/>
        </pc:sldMkLst>
        <pc:spChg chg="mod">
          <ac:chgData name="Chong Mien May" userId="87ca11c4-6aa3-4301-9409-039f3efba05b" providerId="ADAL" clId="{9B1627A0-3084-4A6F-BFA3-4471A4322333}" dt="2023-11-04T13:44:45.615" v="12" actId="20577"/>
          <ac:spMkLst>
            <pc:docMk/>
            <pc:sldMk cId="589219231" sldId="259"/>
            <ac:spMk id="3" creationId="{30C1704E-CE54-4FEB-943F-5485AB248B42}"/>
          </ac:spMkLst>
        </pc:spChg>
      </pc:sldChg>
      <pc:sldChg chg="modSp mod">
        <pc:chgData name="Chong Mien May" userId="87ca11c4-6aa3-4301-9409-039f3efba05b" providerId="ADAL" clId="{9B1627A0-3084-4A6F-BFA3-4471A4322333}" dt="2023-11-04T13:46:15.120" v="26" actId="20577"/>
        <pc:sldMkLst>
          <pc:docMk/>
          <pc:sldMk cId="2566045766" sldId="260"/>
        </pc:sldMkLst>
        <pc:graphicFrameChg chg="mod modGraphic">
          <ac:chgData name="Chong Mien May" userId="87ca11c4-6aa3-4301-9409-039f3efba05b" providerId="ADAL" clId="{9B1627A0-3084-4A6F-BFA3-4471A4322333}" dt="2023-11-04T13:46:15.120" v="26" actId="20577"/>
          <ac:graphicFrameMkLst>
            <pc:docMk/>
            <pc:sldMk cId="2566045766" sldId="260"/>
            <ac:graphicFrameMk id="5" creationId="{A854EA63-20C2-4FFA-A038-ADD66E0DEFFE}"/>
          </ac:graphicFrameMkLst>
        </pc:graphicFrameChg>
      </pc:sldChg>
      <pc:sldChg chg="modSp mod">
        <pc:chgData name="Chong Mien May" userId="87ca11c4-6aa3-4301-9409-039f3efba05b" providerId="ADAL" clId="{9B1627A0-3084-4A6F-BFA3-4471A4322333}" dt="2023-11-04T13:45:56.536" v="20"/>
        <pc:sldMkLst>
          <pc:docMk/>
          <pc:sldMk cId="1493108470" sldId="261"/>
        </pc:sldMkLst>
        <pc:graphicFrameChg chg="mod modGraphic">
          <ac:chgData name="Chong Mien May" userId="87ca11c4-6aa3-4301-9409-039f3efba05b" providerId="ADAL" clId="{9B1627A0-3084-4A6F-BFA3-4471A4322333}" dt="2023-11-04T13:45:56.536" v="20"/>
          <ac:graphicFrameMkLst>
            <pc:docMk/>
            <pc:sldMk cId="1493108470" sldId="261"/>
            <ac:graphicFrameMk id="7" creationId="{AB7FF918-06F0-4502-9D70-6D9CC1AB1575}"/>
          </ac:graphicFrameMkLst>
        </pc:graphicFrameChg>
      </pc:sldChg>
      <pc:sldChg chg="modSp mod">
        <pc:chgData name="Chong Mien May" userId="87ca11c4-6aa3-4301-9409-039f3efba05b" providerId="ADAL" clId="{9B1627A0-3084-4A6F-BFA3-4471A4322333}" dt="2023-11-04T14:18:43.008" v="747" actId="12"/>
        <pc:sldMkLst>
          <pc:docMk/>
          <pc:sldMk cId="390813063" sldId="265"/>
        </pc:sldMkLst>
        <pc:spChg chg="mod">
          <ac:chgData name="Chong Mien May" userId="87ca11c4-6aa3-4301-9409-039f3efba05b" providerId="ADAL" clId="{9B1627A0-3084-4A6F-BFA3-4471A4322333}" dt="2023-11-04T14:18:43.008" v="747" actId="12"/>
          <ac:spMkLst>
            <pc:docMk/>
            <pc:sldMk cId="390813063" sldId="265"/>
            <ac:spMk id="3" creationId="{CEEB53DC-0063-45EA-8A50-8DD93004512C}"/>
          </ac:spMkLst>
        </pc:spChg>
      </pc:sldChg>
      <pc:sldChg chg="modSp mod">
        <pc:chgData name="Chong Mien May" userId="87ca11c4-6aa3-4301-9409-039f3efba05b" providerId="ADAL" clId="{9B1627A0-3084-4A6F-BFA3-4471A4322333}" dt="2023-11-04T13:50:37.809" v="55" actId="20577"/>
        <pc:sldMkLst>
          <pc:docMk/>
          <pc:sldMk cId="130257351" sldId="268"/>
        </pc:sldMkLst>
        <pc:spChg chg="mod">
          <ac:chgData name="Chong Mien May" userId="87ca11c4-6aa3-4301-9409-039f3efba05b" providerId="ADAL" clId="{9B1627A0-3084-4A6F-BFA3-4471A4322333}" dt="2023-11-04T13:47:41.265" v="30" actId="20577"/>
          <ac:spMkLst>
            <pc:docMk/>
            <pc:sldMk cId="130257351" sldId="268"/>
            <ac:spMk id="3" creationId="{7FEF977F-6955-47A9-92EB-78CA42E4AC8C}"/>
          </ac:spMkLst>
        </pc:spChg>
        <pc:graphicFrameChg chg="modGraphic">
          <ac:chgData name="Chong Mien May" userId="87ca11c4-6aa3-4301-9409-039f3efba05b" providerId="ADAL" clId="{9B1627A0-3084-4A6F-BFA3-4471A4322333}" dt="2023-11-04T13:50:37.809" v="55" actId="20577"/>
          <ac:graphicFrameMkLst>
            <pc:docMk/>
            <pc:sldMk cId="130257351" sldId="268"/>
            <ac:graphicFrameMk id="5" creationId="{C33BF824-A335-4784-9A26-DC52134D8D00}"/>
          </ac:graphicFrameMkLst>
        </pc:graphicFrameChg>
      </pc:sldChg>
      <pc:sldChg chg="modSp mod">
        <pc:chgData name="Chong Mien May" userId="87ca11c4-6aa3-4301-9409-039f3efba05b" providerId="ADAL" clId="{9B1627A0-3084-4A6F-BFA3-4471A4322333}" dt="2023-11-04T14:20:31.105" v="759" actId="123"/>
        <pc:sldMkLst>
          <pc:docMk/>
          <pc:sldMk cId="1079286419" sldId="270"/>
        </pc:sldMkLst>
        <pc:spChg chg="mod">
          <ac:chgData name="Chong Mien May" userId="87ca11c4-6aa3-4301-9409-039f3efba05b" providerId="ADAL" clId="{9B1627A0-3084-4A6F-BFA3-4471A4322333}" dt="2023-11-04T14:20:31.105" v="759" actId="123"/>
          <ac:spMkLst>
            <pc:docMk/>
            <pc:sldMk cId="1079286419" sldId="270"/>
            <ac:spMk id="6" creationId="{66B50F36-A760-E911-4C8A-D2C7FADDE950}"/>
          </ac:spMkLst>
        </pc:spChg>
      </pc:sldChg>
      <pc:sldChg chg="modSp mod">
        <pc:chgData name="Chong Mien May" userId="87ca11c4-6aa3-4301-9409-039f3efba05b" providerId="ADAL" clId="{9B1627A0-3084-4A6F-BFA3-4471A4322333}" dt="2023-11-04T13:56:18.838" v="161" actId="20577"/>
        <pc:sldMkLst>
          <pc:docMk/>
          <pc:sldMk cId="66642933" sldId="319"/>
        </pc:sldMkLst>
        <pc:graphicFrameChg chg="mod modGraphic">
          <ac:chgData name="Chong Mien May" userId="87ca11c4-6aa3-4301-9409-039f3efba05b" providerId="ADAL" clId="{9B1627A0-3084-4A6F-BFA3-4471A4322333}" dt="2023-11-04T13:56:18.838" v="161" actId="20577"/>
          <ac:graphicFrameMkLst>
            <pc:docMk/>
            <pc:sldMk cId="66642933" sldId="319"/>
            <ac:graphicFrameMk id="5" creationId="{C33BF824-A335-4784-9A26-DC52134D8D00}"/>
          </ac:graphicFrameMkLst>
        </pc:graphicFrameChg>
      </pc:sldChg>
      <pc:sldChg chg="modSp mod">
        <pc:chgData name="Chong Mien May" userId="87ca11c4-6aa3-4301-9409-039f3efba05b" providerId="ADAL" clId="{9B1627A0-3084-4A6F-BFA3-4471A4322333}" dt="2023-11-04T14:21:35.798" v="798" actId="20577"/>
        <pc:sldMkLst>
          <pc:docMk/>
          <pc:sldMk cId="145033400" sldId="321"/>
        </pc:sldMkLst>
        <pc:graphicFrameChg chg="mod modGraphic">
          <ac:chgData name="Chong Mien May" userId="87ca11c4-6aa3-4301-9409-039f3efba05b" providerId="ADAL" clId="{9B1627A0-3084-4A6F-BFA3-4471A4322333}" dt="2023-11-04T14:21:35.798" v="798" actId="20577"/>
          <ac:graphicFrameMkLst>
            <pc:docMk/>
            <pc:sldMk cId="145033400" sldId="321"/>
            <ac:graphicFrameMk id="3" creationId="{AFC6D34B-AB80-30A7-A0A7-9FB740024C31}"/>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DAC38E3-5144-412F-83AC-38A5B9DE52C7}"/>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3075" name="Rectangle 3">
            <a:extLst>
              <a:ext uri="{FF2B5EF4-FFF2-40B4-BE49-F238E27FC236}">
                <a16:creationId xmlns:a16="http://schemas.microsoft.com/office/drawing/2014/main" id="{608D27AB-67B4-4693-A97B-2BDB09DB8D75}"/>
              </a:ext>
            </a:extLst>
          </p:cNvPr>
          <p:cNvSpPr>
            <a:spLocks noChangeArrowheads="1"/>
          </p:cNvSpPr>
          <p:nvPr/>
        </p:nvSpPr>
        <p:spPr bwMode="auto">
          <a:xfrm>
            <a:off x="6853127" y="9192936"/>
            <a:ext cx="394340" cy="305212"/>
          </a:xfrm>
          <a:prstGeom prst="rect">
            <a:avLst/>
          </a:prstGeom>
          <a:noFill/>
          <a:ln w="12700">
            <a:noFill/>
            <a:miter lim="800000"/>
            <a:headEnd/>
            <a:tailEnd/>
          </a:ln>
          <a:effectLst/>
        </p:spPr>
        <p:txBody>
          <a:bodyPr wrap="none" lIns="90488" tIns="44450" rIns="90488" bIns="4445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defRPr/>
            </a:pPr>
            <a:fld id="{A20BED86-76BB-4410-9008-061BF87713AB}" type="slidenum">
              <a:rPr lang="en-GB" altLang="en-US" sz="1400" smtClean="0">
                <a:latin typeface="Calibri" panose="020F0502020204030204" pitchFamily="34" charset="0"/>
                <a:cs typeface="Calibri" panose="020F0502020204030204" pitchFamily="34" charset="0"/>
              </a:rPr>
              <a:pPr algn="r">
                <a:defRPr/>
              </a:pPr>
              <a:t>‹#›</a:t>
            </a:fld>
            <a:endParaRPr lang="en-GB" alt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6" name="Rectangle 4">
            <a:extLst>
              <a:ext uri="{FF2B5EF4-FFF2-40B4-BE49-F238E27FC236}">
                <a16:creationId xmlns:a16="http://schemas.microsoft.com/office/drawing/2014/main" id="{71953E81-BBEF-44F9-89AF-8D785172E06E}"/>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9" name="Slide Image Placeholder 8">
            <a:extLst>
              <a:ext uri="{FF2B5EF4-FFF2-40B4-BE49-F238E27FC236}">
                <a16:creationId xmlns:a16="http://schemas.microsoft.com/office/drawing/2014/main" id="{7839FB2E-0CEB-4E99-ABDC-42A6B27BD2DE}"/>
              </a:ext>
            </a:extLst>
          </p:cNvPr>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10" name="Notes Placeholder 9">
            <a:extLst>
              <a:ext uri="{FF2B5EF4-FFF2-40B4-BE49-F238E27FC236}">
                <a16:creationId xmlns:a16="http://schemas.microsoft.com/office/drawing/2014/main" id="{4B6ACB56-54E0-4171-9443-B2E55073FB8A}"/>
              </a:ext>
            </a:extLst>
          </p:cNvPr>
          <p:cNvSpPr>
            <a:spLocks noGrp="1"/>
          </p:cNvSpPr>
          <p:nvPr>
            <p:ph type="body" sz="quarter" idx="3"/>
          </p:nvPr>
        </p:nvSpPr>
        <p:spPr>
          <a:xfrm>
            <a:off x="731520" y="4620549"/>
            <a:ext cx="5852160" cy="378030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C1DBCDF8-B37C-47C2-B6B1-4B2635759598}"/>
              </a:ext>
            </a:extLst>
          </p:cNvPr>
          <p:cNvSpPr>
            <a:spLocks noGrp="1"/>
          </p:cNvSpPr>
          <p:nvPr>
            <p:ph type="sldNum" sz="quarter" idx="5"/>
          </p:nvPr>
        </p:nvSpPr>
        <p:spPr>
          <a:xfrm>
            <a:off x="4143588" y="9119503"/>
            <a:ext cx="3169920" cy="481697"/>
          </a:xfrm>
          <a:prstGeom prst="rect">
            <a:avLst/>
          </a:prstGeom>
        </p:spPr>
        <p:txBody>
          <a:bodyPr vert="horz" lIns="91440" tIns="45720" rIns="91440" bIns="45720" rtlCol="0" anchor="b"/>
          <a:lstStyle>
            <a:lvl1pPr algn="r">
              <a:defRPr sz="1200"/>
            </a:lvl1pPr>
          </a:lstStyle>
          <a:p>
            <a:fld id="{6630D94D-E1CF-4942-9670-7567F4F44871}"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E87F31-FA75-006F-00CD-B701AA25BEB8}"/>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87042" name="Rectangle 2"/>
          <p:cNvSpPr>
            <a:spLocks noGrp="1" noChangeArrowheads="1"/>
          </p:cNvSpPr>
          <p:nvPr>
            <p:ph type="ctrTitle"/>
          </p:nvPr>
        </p:nvSpPr>
        <p:spPr>
          <a:xfrm>
            <a:off x="2896608" y="2200276"/>
            <a:ext cx="9006416" cy="1470025"/>
          </a:xfrm>
        </p:spPr>
        <p:txBody>
          <a:bodyPr/>
          <a:lstStyle>
            <a:lvl1pPr algn="r">
              <a:defRPr>
                <a:solidFill>
                  <a:schemeClr val="accent5"/>
                </a:solidFill>
                <a:latin typeface="Montserrat" panose="00000500000000000000" pitchFamily="2" charset="0"/>
              </a:defRPr>
            </a:lvl1pPr>
          </a:lstStyle>
          <a:p>
            <a:r>
              <a:rPr lang="en-GB" dirty="0"/>
              <a:t>Click to edit Master title style</a:t>
            </a:r>
          </a:p>
        </p:txBody>
      </p:sp>
      <p:sp>
        <p:nvSpPr>
          <p:cNvPr id="87043" name="Rectangle 3"/>
          <p:cNvSpPr>
            <a:spLocks noGrp="1" noChangeArrowheads="1"/>
          </p:cNvSpPr>
          <p:nvPr>
            <p:ph type="subTitle" idx="1"/>
          </p:nvPr>
        </p:nvSpPr>
        <p:spPr>
          <a:xfrm>
            <a:off x="4970206" y="3879851"/>
            <a:ext cx="6913767" cy="1752600"/>
          </a:xfrm>
        </p:spPr>
        <p:txBody>
          <a:bodyPr/>
          <a:lstStyle>
            <a:lvl1pPr marL="0" indent="0" algn="r">
              <a:buFontTx/>
              <a:buNone/>
              <a:defRPr b="0">
                <a:solidFill>
                  <a:schemeClr val="bg1"/>
                </a:solidFill>
                <a:latin typeface="+mj-lt"/>
              </a:defRPr>
            </a:lvl1pPr>
          </a:lstStyle>
          <a:p>
            <a:r>
              <a:rPr lang="en-GB" dirty="0"/>
              <a:t>Click to edit Master subtitle style</a:t>
            </a:r>
          </a:p>
        </p:txBody>
      </p:sp>
      <p:pic>
        <p:nvPicPr>
          <p:cNvPr id="7" name="Picture 6" descr="Logo, company name&#10;&#10;Description automatically generated">
            <a:extLst>
              <a:ext uri="{FF2B5EF4-FFF2-40B4-BE49-F238E27FC236}">
                <a16:creationId xmlns:a16="http://schemas.microsoft.com/office/drawing/2014/main" id="{A01C7C8E-F6F3-0FA5-D100-E4D22106013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891097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900D48-6E21-4217-3CC3-BFF1E0D9186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2" name="Title 1"/>
          <p:cNvSpPr>
            <a:spLocks noGrp="1"/>
          </p:cNvSpPr>
          <p:nvPr>
            <p:ph type="title"/>
          </p:nvPr>
        </p:nvSpPr>
        <p:spPr>
          <a:xfrm>
            <a:off x="963084" y="4406901"/>
            <a:ext cx="10363200" cy="1362075"/>
          </a:xfrm>
        </p:spPr>
        <p:txBody>
          <a:bodyPr anchor="t"/>
          <a:lstStyle>
            <a:lvl1pPr algn="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613987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descr="A picture containing outdoor object, honeycomb&#10;&#10;Description automatically generated">
            <a:extLst>
              <a:ext uri="{FF2B5EF4-FFF2-40B4-BE49-F238E27FC236}">
                <a16:creationId xmlns:a16="http://schemas.microsoft.com/office/drawing/2014/main" id="{E2BECE40-B9F8-5238-73EB-2221EFFF705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b="14734"/>
          <a:stretch/>
        </p:blipFill>
        <p:spPr>
          <a:xfrm>
            <a:off x="0" y="-87085"/>
            <a:ext cx="12192000" cy="6618514"/>
          </a:xfrm>
          <a:prstGeom prst="rect">
            <a:avLst/>
          </a:prstGeom>
        </p:spPr>
      </p:pic>
      <p:sp>
        <p:nvSpPr>
          <p:cNvPr id="2" name="Title 1"/>
          <p:cNvSpPr>
            <a:spLocks noGrp="1"/>
          </p:cNvSpPr>
          <p:nvPr>
            <p:ph type="title"/>
          </p:nvPr>
        </p:nvSpPr>
        <p:spPr>
          <a:xfrm>
            <a:off x="556684" y="127002"/>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1589575"/>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092959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08C35BC7-E310-108C-B8C4-672091E1D31D}"/>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
        <p:nvSpPr>
          <p:cNvPr id="2" name="Title 1"/>
          <p:cNvSpPr>
            <a:spLocks noGrp="1"/>
          </p:cNvSpPr>
          <p:nvPr>
            <p:ph type="title"/>
          </p:nvPr>
        </p:nvSpPr>
        <p:spPr>
          <a:xfrm>
            <a:off x="556684" y="3685880"/>
            <a:ext cx="9821030"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160113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6684" y="3685880"/>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
        <p:nvSpPr>
          <p:cNvPr id="4" name="Picture Placeholder 6">
            <a:extLst>
              <a:ext uri="{FF2B5EF4-FFF2-40B4-BE49-F238E27FC236}">
                <a16:creationId xmlns:a16="http://schemas.microsoft.com/office/drawing/2014/main" id="{782A26D2-4216-FF76-6392-C88F8808F07F}"/>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Tree>
    <p:extLst>
      <p:ext uri="{BB962C8B-B14F-4D97-AF65-F5344CB8AC3E}">
        <p14:creationId xmlns:p14="http://schemas.microsoft.com/office/powerpoint/2010/main" val="4132206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lvl1pPr>
          </a:lstStyle>
          <a:p>
            <a:endParaRPr lang="en-US"/>
          </a:p>
        </p:txBody>
      </p:sp>
      <p:sp>
        <p:nvSpPr>
          <p:cNvPr id="2" name="Title 1"/>
          <p:cNvSpPr>
            <a:spLocks noGrp="1"/>
          </p:cNvSpPr>
          <p:nvPr>
            <p:ph type="title"/>
          </p:nvPr>
        </p:nvSpPr>
        <p:spPr>
          <a:xfrm>
            <a:off x="963084" y="4406901"/>
            <a:ext cx="10363200" cy="1362075"/>
          </a:xfrm>
        </p:spPr>
        <p:txBody>
          <a:bodyPr anchor="t"/>
          <a:lstStyle>
            <a:lvl1pPr algn="ct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ct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688213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solidFill>
                  <a:schemeClr val="bg1"/>
                </a:solidFill>
              </a:defRPr>
            </a:lvl1pPr>
          </a:lstStyle>
          <a:p>
            <a:endParaRPr lang="en-US"/>
          </a:p>
        </p:txBody>
      </p:sp>
      <p:sp>
        <p:nvSpPr>
          <p:cNvPr id="5" name="Title 1">
            <a:extLst>
              <a:ext uri="{FF2B5EF4-FFF2-40B4-BE49-F238E27FC236}">
                <a16:creationId xmlns:a16="http://schemas.microsoft.com/office/drawing/2014/main" id="{2CF2E1CC-7F1D-6CF8-6A38-2EE36FC97117}"/>
              </a:ext>
            </a:extLst>
          </p:cNvPr>
          <p:cNvSpPr>
            <a:spLocks noGrp="1"/>
          </p:cNvSpPr>
          <p:nvPr>
            <p:ph type="title"/>
          </p:nvPr>
        </p:nvSpPr>
        <p:spPr>
          <a:xfrm>
            <a:off x="556684" y="127002"/>
            <a:ext cx="9349316"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6" name="Text Placeholder 2">
            <a:extLst>
              <a:ext uri="{FF2B5EF4-FFF2-40B4-BE49-F238E27FC236}">
                <a16:creationId xmlns:a16="http://schemas.microsoft.com/office/drawing/2014/main" id="{7C71BCF8-2B27-BEA0-B962-D2EE1DB6519F}"/>
              </a:ext>
            </a:extLst>
          </p:cNvPr>
          <p:cNvSpPr>
            <a:spLocks noGrp="1"/>
          </p:cNvSpPr>
          <p:nvPr>
            <p:ph type="body" idx="1"/>
          </p:nvPr>
        </p:nvSpPr>
        <p:spPr>
          <a:xfrm>
            <a:off x="556684" y="1589575"/>
            <a:ext cx="9349316" cy="1500187"/>
          </a:xfrm>
        </p:spPr>
        <p:txBody>
          <a:bodyPr anchor="t"/>
          <a:lstStyle>
            <a:lvl1pPr marL="0" indent="0" algn="l">
              <a:buNone/>
              <a:defRPr sz="2000">
                <a:solidFill>
                  <a:schemeClr val="accent6"/>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7" name="Picture 6" descr="Logo, company name&#10;&#10;Description automatically generated">
            <a:extLst>
              <a:ext uri="{FF2B5EF4-FFF2-40B4-BE49-F238E27FC236}">
                <a16:creationId xmlns:a16="http://schemas.microsoft.com/office/drawing/2014/main" id="{FCDEFE03-E507-9264-8C2B-2E78DD2EA1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224617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0" descr="APU Logo Final-medium.jpg">
            <a:extLst>
              <a:ext uri="{FF2B5EF4-FFF2-40B4-BE49-F238E27FC236}">
                <a16:creationId xmlns:a16="http://schemas.microsoft.com/office/drawing/2014/main" id="{383451EB-63F4-DFF6-8522-1522FB643F03}"/>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844417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5" name="Picture 4" descr="Logo, company name&#10;&#10;Description automatically generated">
            <a:extLst>
              <a:ext uri="{FF2B5EF4-FFF2-40B4-BE49-F238E27FC236}">
                <a16:creationId xmlns:a16="http://schemas.microsoft.com/office/drawing/2014/main" id="{8F68BB6B-7571-DB8A-80FB-F7C3AD2610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829978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3" name="Picture 10" descr="APU Logo Final-medium.jpg">
            <a:extLst>
              <a:ext uri="{FF2B5EF4-FFF2-40B4-BE49-F238E27FC236}">
                <a16:creationId xmlns:a16="http://schemas.microsoft.com/office/drawing/2014/main" id="{D43B7469-696D-D5B3-7497-03AB7CFB3F90}"/>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4115350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001B4D"/>
        </a:solidFill>
        <a:effectLst/>
      </p:bgPr>
    </p:bg>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163C07D3-0112-1601-B752-FDBF091DDE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279838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6" name="Picture 10" descr="APU Logo Final-medium.jpg">
            <a:extLst>
              <a:ext uri="{FF2B5EF4-FFF2-40B4-BE49-F238E27FC236}">
                <a16:creationId xmlns:a16="http://schemas.microsoft.com/office/drawing/2014/main" id="{0802BECB-EBD7-EAF2-F449-AA70E280397A}"/>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176311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9CBCAFAD-0874-A920-E7D5-68A99F5090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213207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59460E12-C28F-6F47-C8AD-1B01DC7DB1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71721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mparison">
    <p:bg>
      <p:bgPr>
        <a:solidFill>
          <a:srgbClr val="001B4D"/>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C7C10021-D30B-49A3-9775-E4B0180588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7295984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001B4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067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258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0" descr="APU Logo Final-medium.jpg">
            <a:extLst>
              <a:ext uri="{FF2B5EF4-FFF2-40B4-BE49-F238E27FC236}">
                <a16:creationId xmlns:a16="http://schemas.microsoft.com/office/drawing/2014/main" id="{131C5456-E521-C7D4-FB88-68A63787FD4F}"/>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2999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001B4D"/>
        </a:solidFill>
        <a:effectLst/>
      </p:bgPr>
    </p:bg>
    <p:spTree>
      <p:nvGrpSpPr>
        <p:cNvPr id="1" name=""/>
        <p:cNvGrpSpPr/>
        <p:nvPr/>
      </p:nvGrpSpPr>
      <p:grpSpPr>
        <a:xfrm>
          <a:off x="0" y="0"/>
          <a:ext cx="0" cy="0"/>
          <a:chOff x="0" y="0"/>
          <a:chExt cx="0" cy="0"/>
        </a:xfrm>
      </p:grpSpPr>
      <p:pic>
        <p:nvPicPr>
          <p:cNvPr id="3" name="Picture 2" descr="Logo, company name&#10;&#10;Description automatically generated">
            <a:extLst>
              <a:ext uri="{FF2B5EF4-FFF2-40B4-BE49-F238E27FC236}">
                <a16:creationId xmlns:a16="http://schemas.microsoft.com/office/drawing/2014/main" id="{04DC0352-F5ED-1918-1F8A-8B80BB6E8C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815954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tx2"/>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2" name="Picture 10" descr="APU Logo Final-medium.jpg">
            <a:extLst>
              <a:ext uri="{FF2B5EF4-FFF2-40B4-BE49-F238E27FC236}">
                <a16:creationId xmlns:a16="http://schemas.microsoft.com/office/drawing/2014/main" id="{AA1C13FB-D1A7-194E-A332-391C492A0CF5}"/>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2689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with Caption">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pic>
        <p:nvPicPr>
          <p:cNvPr id="2" name="Picture 1" descr="Logo, company name&#10;&#10;Description automatically generated">
            <a:extLst>
              <a:ext uri="{FF2B5EF4-FFF2-40B4-BE49-F238E27FC236}">
                <a16:creationId xmlns:a16="http://schemas.microsoft.com/office/drawing/2014/main" id="{C3D40C30-8297-E054-688C-7A1636F331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814924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10" descr="APU Logo Final-medium.jpg">
            <a:extLst>
              <a:ext uri="{FF2B5EF4-FFF2-40B4-BE49-F238E27FC236}">
                <a16:creationId xmlns:a16="http://schemas.microsoft.com/office/drawing/2014/main" id="{53C3B966-D4E4-30D5-4A13-103486C2EBAD}"/>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4623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5_Picture with Caption">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solidFill>
                  <a:schemeClr val="accent5"/>
                </a:solidFill>
              </a:defRPr>
            </a:lvl1pPr>
          </a:lstStyle>
          <a:p>
            <a:r>
              <a:rPr lang="en-US" dirty="0"/>
              <a:t>Click to edit Master title style</a:t>
            </a:r>
            <a:endParaRPr lang="en-GB" dirty="0"/>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4" descr="Logo, company name&#10;&#10;Description automatically generated">
            <a:extLst>
              <a:ext uri="{FF2B5EF4-FFF2-40B4-BE49-F238E27FC236}">
                <a16:creationId xmlns:a16="http://schemas.microsoft.com/office/drawing/2014/main" id="{88157A30-7FA7-829E-6D9C-4DCC0CDCA7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52644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chemeClr val="bg1"/>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4213781"/>
            <a:ext cx="11623250" cy="195841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10" descr="APU Logo Final-medium.jpg">
            <a:extLst>
              <a:ext uri="{FF2B5EF4-FFF2-40B4-BE49-F238E27FC236}">
                <a16:creationId xmlns:a16="http://schemas.microsoft.com/office/drawing/2014/main" id="{82C331B9-CEE5-20AD-DD62-DCC7F9E243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99797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Picture with Caption">
    <p:bg>
      <p:bgPr>
        <a:solidFill>
          <a:srgbClr val="001B4D"/>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40F80C67-7C47-1046-B1B1-5649F52F2ADD}"/>
              </a:ext>
            </a:extLst>
          </p:cNvPr>
          <p:cNvSpPr>
            <a:spLocks noGrp="1"/>
          </p:cNvSpPr>
          <p:nvPr>
            <p:ph type="body" sz="half" idx="2"/>
          </p:nvPr>
        </p:nvSpPr>
        <p:spPr>
          <a:xfrm>
            <a:off x="273377" y="4213781"/>
            <a:ext cx="11623250" cy="195841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2" descr="Logo, company name&#10;&#10;Description automatically generated">
            <a:extLst>
              <a:ext uri="{FF2B5EF4-FFF2-40B4-BE49-F238E27FC236}">
                <a16:creationId xmlns:a16="http://schemas.microsoft.com/office/drawing/2014/main" id="{ED178921-E6EB-89FB-1721-8D340F832C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5548181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Picture with Caption">
    <p:bg>
      <p:bgPr>
        <a:solidFill>
          <a:schemeClr val="bg1"/>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8" name="Picture 10" descr="APU Logo Final-medium.jpg">
            <a:extLst>
              <a:ext uri="{FF2B5EF4-FFF2-40B4-BE49-F238E27FC236}">
                <a16:creationId xmlns:a16="http://schemas.microsoft.com/office/drawing/2014/main" id="{9186F32B-2E23-EAE7-28F5-E2FCF5E3DFC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4194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Picture with Caption">
    <p:bg>
      <p:bgPr>
        <a:solidFill>
          <a:srgbClr val="001B4D"/>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10178BF3-0C44-7F6F-9A93-FAD4F3ED2C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3065249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Picture with Caption">
    <p:bg>
      <p:bgPr>
        <a:solidFill>
          <a:schemeClr val="bg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0" descr="APU Logo Final-medium.jpg">
            <a:extLst>
              <a:ext uri="{FF2B5EF4-FFF2-40B4-BE49-F238E27FC236}">
                <a16:creationId xmlns:a16="http://schemas.microsoft.com/office/drawing/2014/main" id="{60D7C342-4D59-30CD-6ECC-0731D5E44748}"/>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6">
            <a:extLst>
              <a:ext uri="{FF2B5EF4-FFF2-40B4-BE49-F238E27FC236}">
                <a16:creationId xmlns:a16="http://schemas.microsoft.com/office/drawing/2014/main" id="{C6F56718-5153-BA4C-1652-9EFB47DA6CB5}"/>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spTree>
    <p:extLst>
      <p:ext uri="{BB962C8B-B14F-4D97-AF65-F5344CB8AC3E}">
        <p14:creationId xmlns:p14="http://schemas.microsoft.com/office/powerpoint/2010/main" val="10675778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001B4D"/>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 descr="Logo, company name&#10;&#10;Description automatically generated">
            <a:extLst>
              <a:ext uri="{FF2B5EF4-FFF2-40B4-BE49-F238E27FC236}">
                <a16:creationId xmlns:a16="http://schemas.microsoft.com/office/drawing/2014/main" id="{6E97445D-AA3E-4FF1-5C3D-A2CF07C45D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
        <p:nvSpPr>
          <p:cNvPr id="3" name="Rectangle 6">
            <a:extLst>
              <a:ext uri="{FF2B5EF4-FFF2-40B4-BE49-F238E27FC236}">
                <a16:creationId xmlns:a16="http://schemas.microsoft.com/office/drawing/2014/main" id="{D4643407-354C-EF13-0031-A2AB96E23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spTree>
    <p:extLst>
      <p:ext uri="{BB962C8B-B14F-4D97-AF65-F5344CB8AC3E}">
        <p14:creationId xmlns:p14="http://schemas.microsoft.com/office/powerpoint/2010/main" val="38009964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bg1">
              <a:lumMod val="95000"/>
            </a:schemeClr>
          </a:solidFill>
        </p:spPr>
        <p:txBody>
          <a:bodyPr/>
          <a:lstStyle>
            <a:lvl1pPr>
              <a:defRPr>
                <a:solidFill>
                  <a:schemeClr val="tx2"/>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bg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spTree>
    <p:extLst>
      <p:ext uri="{BB962C8B-B14F-4D97-AF65-F5344CB8AC3E}">
        <p14:creationId xmlns:p14="http://schemas.microsoft.com/office/powerpoint/2010/main" val="6531451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3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tx1">
              <a:lumMod val="95000"/>
            </a:schemeClr>
          </a:solidFill>
        </p:spPr>
        <p:txBody>
          <a:bodyPr/>
          <a:lstStyle>
            <a:lvl1pPr>
              <a:defRPr>
                <a:solidFill>
                  <a:schemeClr val="accent5"/>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tx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894E1089-2642-1F16-6D34-0AA470DAB4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054814904"/>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pic>
        <p:nvPicPr>
          <p:cNvPr id="4" name="Picture 10" descr="APU Logo Final-medium.jpg">
            <a:extLst>
              <a:ext uri="{FF2B5EF4-FFF2-40B4-BE49-F238E27FC236}">
                <a16:creationId xmlns:a16="http://schemas.microsoft.com/office/drawing/2014/main" id="{C97ADB29-0190-8E6A-A68B-AEBB217C0E8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3">
            <a:extLst>
              <a:ext uri="{FF2B5EF4-FFF2-40B4-BE49-F238E27FC236}">
                <a16:creationId xmlns:a16="http://schemas.microsoft.com/office/drawing/2014/main" id="{EAE3BF1D-7538-D216-ADA6-8A61272CEC05}"/>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793A658E-0EDC-3F4C-BFB3-E8CA966F34DD}"/>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A1C42F19-22A5-A6AA-F9A6-B990F2E4BD44}"/>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8" name="Content Placeholder 2">
            <a:extLst>
              <a:ext uri="{FF2B5EF4-FFF2-40B4-BE49-F238E27FC236}">
                <a16:creationId xmlns:a16="http://schemas.microsoft.com/office/drawing/2014/main" id="{63F88012-5D39-66F9-BCBC-E3DED48089D2}"/>
              </a:ext>
            </a:extLst>
          </p:cNvPr>
          <p:cNvSpPr>
            <a:spLocks noGrp="1"/>
          </p:cNvSpPr>
          <p:nvPr>
            <p:ph idx="1"/>
          </p:nvPr>
        </p:nvSpPr>
        <p:spPr>
          <a:xfrm>
            <a:off x="254001" y="1697038"/>
            <a:ext cx="4775200"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5071734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and Vertical Text">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5"/>
                </a:solidFill>
              </a:defRPr>
            </a:lvl1pPr>
          </a:lstStyle>
          <a:p>
            <a:r>
              <a:rPr lang="en-US"/>
              <a:t>Click to edit Master title style</a:t>
            </a:r>
            <a:endParaRPr lang="en-GB"/>
          </a:p>
        </p:txBody>
      </p:sp>
      <p:sp>
        <p:nvSpPr>
          <p:cNvPr id="4" name="Picture Placeholder 13">
            <a:extLst>
              <a:ext uri="{FF2B5EF4-FFF2-40B4-BE49-F238E27FC236}">
                <a16:creationId xmlns:a16="http://schemas.microsoft.com/office/drawing/2014/main" id="{61A374B0-731A-1D13-1D15-DEB568D14EEC}"/>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5" name="Picture Placeholder 13">
            <a:extLst>
              <a:ext uri="{FF2B5EF4-FFF2-40B4-BE49-F238E27FC236}">
                <a16:creationId xmlns:a16="http://schemas.microsoft.com/office/drawing/2014/main" id="{6DD384CD-5B1D-00AA-C88E-51863CE859A3}"/>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C0E62B52-2676-DD95-FD76-B834BA0270EA}"/>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Content Placeholder 2">
            <a:extLst>
              <a:ext uri="{FF2B5EF4-FFF2-40B4-BE49-F238E27FC236}">
                <a16:creationId xmlns:a16="http://schemas.microsoft.com/office/drawing/2014/main" id="{9374EF56-AF27-D8AD-DACE-E5CE66A7D32A}"/>
              </a:ext>
            </a:extLst>
          </p:cNvPr>
          <p:cNvSpPr>
            <a:spLocks noGrp="1"/>
          </p:cNvSpPr>
          <p:nvPr>
            <p:ph idx="1"/>
          </p:nvPr>
        </p:nvSpPr>
        <p:spPr>
          <a:xfrm>
            <a:off x="254001" y="1697038"/>
            <a:ext cx="4775200"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9" name="Picture 8" descr="Logo, company name&#10;&#10;Description automatically generated">
            <a:extLst>
              <a:ext uri="{FF2B5EF4-FFF2-40B4-BE49-F238E27FC236}">
                <a16:creationId xmlns:a16="http://schemas.microsoft.com/office/drawing/2014/main" id="{890E9656-A63D-02CF-0218-527AB2D41C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74805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14828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8_Picture with Caption">
    <p:bg>
      <p:bgPr>
        <a:solidFill>
          <a:srgbClr val="001B4D"/>
        </a:solidFill>
        <a:effectLst/>
      </p:bgPr>
    </p:bg>
    <p:spTree>
      <p:nvGrpSpPr>
        <p:cNvPr id="1" name=""/>
        <p:cNvGrpSpPr/>
        <p:nvPr/>
      </p:nvGrpSpPr>
      <p:grpSpPr>
        <a:xfrm>
          <a:off x="0" y="0"/>
          <a:ext cx="0" cy="0"/>
          <a:chOff x="0" y="0"/>
          <a:chExt cx="0" cy="0"/>
        </a:xfrm>
      </p:grpSpPr>
      <p:pic>
        <p:nvPicPr>
          <p:cNvPr id="2" name="Picture 1" descr="Logo, company name&#10;&#10;Description automatically generated">
            <a:extLst>
              <a:ext uri="{FF2B5EF4-FFF2-40B4-BE49-F238E27FC236}">
                <a16:creationId xmlns:a16="http://schemas.microsoft.com/office/drawing/2014/main" id="{6F99F1D5-796D-B18C-4706-ECD5827DB6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951188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E3F9F65D-AB78-8571-A238-B3743684A64B}"/>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41693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EDC140F1-7C93-36F2-49E9-260DAC6B7E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18631622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458D67BC-08A8-B641-2D7F-240DC17CDE3A}"/>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91A76DD4-43F7-C972-85EA-CAFDE2FA0410}"/>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10D0C3E1-B2D7-E36D-87E0-ECAB470B2D28}"/>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62331960-A4CD-E907-ACF8-2904680BADA6}"/>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077A9D95-A204-E92E-A5F8-1E263A7A8A30}"/>
              </a:ext>
            </a:extLst>
          </p:cNvPr>
          <p:cNvSpPr>
            <a:spLocks noGrp="1"/>
          </p:cNvSpPr>
          <p:nvPr>
            <p:ph idx="1"/>
          </p:nvPr>
        </p:nvSpPr>
        <p:spPr>
          <a:xfrm>
            <a:off x="5071533" y="273051"/>
            <a:ext cx="6815667" cy="5853113"/>
          </a:xfrm>
        </p:spPr>
        <p:txBody>
          <a:bodyPr/>
          <a:lstStyle>
            <a:lvl1pPr>
              <a:defRPr sz="3200">
                <a:solidFill>
                  <a:schemeClr val="tx2"/>
                </a:solidFill>
              </a:defRPr>
            </a:lvl1pPr>
            <a:lvl2pPr>
              <a:defRPr sz="2800">
                <a:solidFill>
                  <a:schemeClr val="accent6"/>
                </a:solidFill>
              </a:defRPr>
            </a:lvl2pPr>
            <a:lvl3pPr>
              <a:defRPr sz="2400">
                <a:solidFill>
                  <a:schemeClr val="accent6"/>
                </a:solidFill>
              </a:defRPr>
            </a:lvl3pPr>
            <a:lvl4pPr>
              <a:defRPr sz="2000">
                <a:solidFill>
                  <a:schemeClr val="accent6"/>
                </a:solidFill>
              </a:defRPr>
            </a:lvl4pPr>
            <a:lvl5pPr>
              <a:defRPr sz="2000">
                <a:solidFill>
                  <a:schemeClr val="accent6"/>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7240362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Vertical Title and Text">
    <p:bg>
      <p:bgPr>
        <a:solidFill>
          <a:srgbClr val="001B4D"/>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14576114-4EE3-A4A4-76CC-B9B2275D1EE1}"/>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F3B5096E-B439-B90B-5317-2550E3B65668}"/>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7E850367-FBF9-B7B1-9E76-EC2982182771}"/>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B7999D6D-BA9E-A93A-5AB4-A94911B24D0E}"/>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96F213A9-305D-2AFC-FF34-19434A2D95EE}"/>
              </a:ext>
            </a:extLst>
          </p:cNvPr>
          <p:cNvSpPr>
            <a:spLocks noGrp="1"/>
          </p:cNvSpPr>
          <p:nvPr>
            <p:ph idx="1"/>
          </p:nvPr>
        </p:nvSpPr>
        <p:spPr>
          <a:xfrm>
            <a:off x="50715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056137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Vertical Title and Text">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tx2"/>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3" name="Picture 10" descr="APU Logo Final-medium.jpg">
            <a:extLst>
              <a:ext uri="{FF2B5EF4-FFF2-40B4-BE49-F238E27FC236}">
                <a16:creationId xmlns:a16="http://schemas.microsoft.com/office/drawing/2014/main" id="{C388C33F-8C44-39F0-8C2F-7CF690D3C16C}"/>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27490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Vertical Title and Text">
    <p:bg>
      <p:bgPr>
        <a:solidFill>
          <a:srgbClr val="001B4D"/>
        </a:solidFill>
        <a:effectLst/>
      </p:bgPr>
    </p:bg>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accent5"/>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Picture 3" descr="Logo, company name&#10;&#10;Description automatically generated">
            <a:extLst>
              <a:ext uri="{FF2B5EF4-FFF2-40B4-BE49-F238E27FC236}">
                <a16:creationId xmlns:a16="http://schemas.microsoft.com/office/drawing/2014/main" id="{13D2297B-429D-D242-496A-D8036CC69E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692951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outdoor object, honeycomb&#10;&#10;Description automatically generated">
            <a:extLst>
              <a:ext uri="{FF2B5EF4-FFF2-40B4-BE49-F238E27FC236}">
                <a16:creationId xmlns:a16="http://schemas.microsoft.com/office/drawing/2014/main" id="{ECC693F6-F024-A3A9-24FB-E8ED5704B67C}"/>
              </a:ext>
            </a:extLst>
          </p:cNvPr>
          <p:cNvPicPr>
            <a:picLocks noChangeAspect="1"/>
          </p:cNvPicPr>
          <p:nvPr userDrawn="1"/>
        </p:nvPicPr>
        <p:blipFill rotWithShape="1">
          <a:blip r:embed="rId43">
            <a:extLst>
              <a:ext uri="{BEBA8EAE-BF5A-486C-A8C5-ECC9F3942E4B}">
                <a14:imgProps xmlns:a14="http://schemas.microsoft.com/office/drawing/2010/main">
                  <a14:imgLayer r:embed="rId44">
                    <a14:imgEffect>
                      <a14:saturation sat="66000"/>
                    </a14:imgEffect>
                  </a14:imgLayer>
                </a14:imgProps>
              </a:ext>
              <a:ext uri="{28A0092B-C50C-407E-A947-70E740481C1C}">
                <a14:useLocalDpi xmlns:a14="http://schemas.microsoft.com/office/drawing/2010/main" val="0"/>
              </a:ext>
            </a:extLst>
          </a:blip>
          <a:srcRect t="94815"/>
          <a:stretch/>
        </p:blipFill>
        <p:spPr>
          <a:xfrm>
            <a:off x="0" y="6502398"/>
            <a:ext cx="12192000" cy="355601"/>
          </a:xfrm>
          <a:prstGeom prst="rect">
            <a:avLst/>
          </a:prstGeom>
        </p:spPr>
      </p:pic>
      <p:sp>
        <p:nvSpPr>
          <p:cNvPr id="1028" name="Rectangle 4">
            <a:extLst>
              <a:ext uri="{FF2B5EF4-FFF2-40B4-BE49-F238E27FC236}">
                <a16:creationId xmlns:a16="http://schemas.microsoft.com/office/drawing/2014/main" id="{B623752B-4505-458A-8F13-B97CEB0BB875}"/>
              </a:ext>
            </a:extLst>
          </p:cNvPr>
          <p:cNvSpPr>
            <a:spLocks noGrp="1" noChangeArrowheads="1"/>
          </p:cNvSpPr>
          <p:nvPr>
            <p:ph type="body" idx="1"/>
          </p:nvPr>
        </p:nvSpPr>
        <p:spPr bwMode="auto">
          <a:xfrm>
            <a:off x="254000" y="1697038"/>
            <a:ext cx="117475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dirty="0"/>
              <a:t>Click to edit Master text styles</a:t>
            </a:r>
          </a:p>
          <a:p>
            <a:pPr lvl="1"/>
            <a:r>
              <a:rPr lang="en-GB" altLang="en-US" dirty="0"/>
              <a:t>Second level</a:t>
            </a:r>
          </a:p>
          <a:p>
            <a:pPr lvl="2"/>
            <a:r>
              <a:rPr lang="en-GB" altLang="en-US" dirty="0"/>
              <a:t>Third level</a:t>
            </a:r>
          </a:p>
          <a:p>
            <a:pPr lvl="3"/>
            <a:r>
              <a:rPr lang="en-GB" altLang="en-US" dirty="0"/>
              <a:t>Fourth level</a:t>
            </a:r>
          </a:p>
          <a:p>
            <a:pPr lvl="4"/>
            <a:r>
              <a:rPr lang="en-GB" altLang="en-US" dirty="0"/>
              <a:t>Fifth level</a:t>
            </a:r>
          </a:p>
        </p:txBody>
      </p:sp>
      <p:sp>
        <p:nvSpPr>
          <p:cNvPr id="1029" name="Rectangle 6">
            <a:extLst>
              <a:ext uri="{FF2B5EF4-FFF2-40B4-BE49-F238E27FC236}">
                <a16:creationId xmlns:a16="http://schemas.microsoft.com/office/drawing/2014/main" id="{4D7F5865-615B-424A-A375-A8F1EEAE744B}"/>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
        <p:nvSpPr>
          <p:cNvPr id="2" name="TextBox 1">
            <a:extLst>
              <a:ext uri="{FF2B5EF4-FFF2-40B4-BE49-F238E27FC236}">
                <a16:creationId xmlns:a16="http://schemas.microsoft.com/office/drawing/2014/main" id="{A748569D-7387-4D30-B100-DC94E7D1863E}"/>
              </a:ext>
            </a:extLst>
          </p:cNvPr>
          <p:cNvSpPr txBox="1"/>
          <p:nvPr userDrawn="1"/>
        </p:nvSpPr>
        <p:spPr>
          <a:xfrm>
            <a:off x="10859590" y="6588371"/>
            <a:ext cx="1550125"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a:t>
            </a:r>
            <a:fld id="{7E7DF8DA-2BBC-4974-99EF-62657F72EFE3}" type="slidenum">
              <a:rPr lang="en-US" sz="800" smtClean="0">
                <a:solidFill>
                  <a:schemeClr val="bg2"/>
                </a:solidFill>
                <a:latin typeface="Montserrat" panose="00000500000000000000" pitchFamily="2" charset="0"/>
              </a:rPr>
              <a:pPr algn="ctr"/>
              <a:t>‹#›</a:t>
            </a:fld>
            <a:endParaRPr lang="en-US" sz="800" dirty="0">
              <a:solidFill>
                <a:schemeClr val="bg2"/>
              </a:solidFill>
              <a:latin typeface="Montserrat" panose="00000500000000000000" pitchFamily="2" charset="0"/>
            </a:endParaRPr>
          </a:p>
        </p:txBody>
      </p:sp>
      <p:sp>
        <p:nvSpPr>
          <p:cNvPr id="3" name="TextBox 2">
            <a:extLst>
              <a:ext uri="{FF2B5EF4-FFF2-40B4-BE49-F238E27FC236}">
                <a16:creationId xmlns:a16="http://schemas.microsoft.com/office/drawing/2014/main" id="{86DC117F-9549-84AD-C279-A42AEB20D920}"/>
              </a:ext>
            </a:extLst>
          </p:cNvPr>
          <p:cNvSpPr txBox="1"/>
          <p:nvPr userDrawn="1"/>
        </p:nvSpPr>
        <p:spPr>
          <a:xfrm>
            <a:off x="39175" y="6588371"/>
            <a:ext cx="2377454" cy="215444"/>
          </a:xfrm>
          <a:prstGeom prst="rect">
            <a:avLst/>
          </a:prstGeom>
          <a:noFill/>
        </p:spPr>
        <p:txBody>
          <a:bodyPr wrap="square" rtlCol="0">
            <a:spAutoFit/>
          </a:bodyPr>
          <a:lstStyle/>
          <a:p>
            <a:pPr algn="l"/>
            <a:r>
              <a:rPr lang="en-US" sz="800" dirty="0">
                <a:solidFill>
                  <a:schemeClr val="bg2"/>
                </a:solidFill>
                <a:latin typeface="Montserrat" panose="00000500000000000000" pitchFamily="2" charset="0"/>
              </a:rPr>
              <a:t>Module Code &amp; Module Title</a:t>
            </a:r>
          </a:p>
        </p:txBody>
      </p:sp>
      <p:sp>
        <p:nvSpPr>
          <p:cNvPr id="8" name="TextBox 7">
            <a:extLst>
              <a:ext uri="{FF2B5EF4-FFF2-40B4-BE49-F238E27FC236}">
                <a16:creationId xmlns:a16="http://schemas.microsoft.com/office/drawing/2014/main" id="{9EBD054F-4D2B-C683-DC2F-88927DD0A10B}"/>
              </a:ext>
            </a:extLst>
          </p:cNvPr>
          <p:cNvSpPr txBox="1"/>
          <p:nvPr userDrawn="1"/>
        </p:nvSpPr>
        <p:spPr>
          <a:xfrm>
            <a:off x="4480560" y="6572476"/>
            <a:ext cx="3396343"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Title</a:t>
            </a:r>
          </a:p>
        </p:txBody>
      </p:sp>
    </p:spTree>
  </p:cSld>
  <p:clrMap bg1="lt1" tx1="dk1" bg2="lt2" tx2="dk2" accent1="accent1" accent2="accent2" accent3="accent3" accent4="accent4" accent5="accent5" accent6="accent6" hlink="hlink" folHlink="folHlink"/>
  <p:sldLayoutIdLst>
    <p:sldLayoutId id="2147483718" r:id="rId1"/>
    <p:sldLayoutId id="2147483753" r:id="rId2"/>
    <p:sldLayoutId id="2147483729" r:id="rId3"/>
    <p:sldLayoutId id="2147483757" r:id="rId4"/>
    <p:sldLayoutId id="2147483758" r:id="rId5"/>
    <p:sldLayoutId id="2147483720" r:id="rId6"/>
    <p:sldLayoutId id="2147483756" r:id="rId7"/>
    <p:sldLayoutId id="2147483719" r:id="rId8"/>
    <p:sldLayoutId id="2147483737" r:id="rId9"/>
    <p:sldLayoutId id="2147483723" r:id="rId10"/>
    <p:sldLayoutId id="2147483739" r:id="rId11"/>
    <p:sldLayoutId id="2147483721" r:id="rId12"/>
    <p:sldLayoutId id="2147483744" r:id="rId13"/>
    <p:sldLayoutId id="2147483722" r:id="rId14"/>
    <p:sldLayoutId id="2147483745" r:id="rId15"/>
    <p:sldLayoutId id="2147483731" r:id="rId16"/>
    <p:sldLayoutId id="2147483724" r:id="rId17"/>
    <p:sldLayoutId id="2147483730" r:id="rId18"/>
    <p:sldLayoutId id="2147483735" r:id="rId19"/>
    <p:sldLayoutId id="2147483725" r:id="rId20"/>
    <p:sldLayoutId id="2147483743" r:id="rId21"/>
    <p:sldLayoutId id="2147483726" r:id="rId22"/>
    <p:sldLayoutId id="2147483740" r:id="rId23"/>
    <p:sldLayoutId id="2147483732" r:id="rId24"/>
    <p:sldLayoutId id="2147483742" r:id="rId25"/>
    <p:sldLayoutId id="2147483749" r:id="rId26"/>
    <p:sldLayoutId id="2147483750" r:id="rId27"/>
    <p:sldLayoutId id="2147483741" r:id="rId28"/>
    <p:sldLayoutId id="2147483734" r:id="rId29"/>
    <p:sldLayoutId id="2147483733" r:id="rId30"/>
    <p:sldLayoutId id="2147483752" r:id="rId31"/>
    <p:sldLayoutId id="2147483727" r:id="rId32"/>
    <p:sldLayoutId id="2147483738" r:id="rId33"/>
    <p:sldLayoutId id="2147483751" r:id="rId34"/>
    <p:sldLayoutId id="2147483747" r:id="rId35"/>
    <p:sldLayoutId id="2147483736" r:id="rId36"/>
    <p:sldLayoutId id="2147483748" r:id="rId37"/>
    <p:sldLayoutId id="2147483728" r:id="rId38"/>
    <p:sldLayoutId id="2147483746" r:id="rId39"/>
    <p:sldLayoutId id="2147483754" r:id="rId40"/>
    <p:sldLayoutId id="2147483755" r:id="rId41"/>
  </p:sldLayoutIdLst>
  <p:hf hdr="0" ftr="0" dt="0"/>
  <p:txStyles>
    <p:titleStyle>
      <a:lvl1pPr algn="l" rtl="0" eaLnBrk="0" fontAlgn="base" hangingPunct="0">
        <a:spcBef>
          <a:spcPct val="0"/>
        </a:spcBef>
        <a:spcAft>
          <a:spcPct val="0"/>
        </a:spcAft>
        <a:defRPr sz="3000" b="1">
          <a:solidFill>
            <a:schemeClr val="tx2"/>
          </a:solidFill>
          <a:latin typeface="Montserrat" panose="00000500000000000000" pitchFamily="2" charset="0"/>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fontAlgn="base">
        <a:spcBef>
          <a:spcPct val="0"/>
        </a:spcBef>
        <a:spcAft>
          <a:spcPct val="0"/>
        </a:spcAft>
        <a:defRPr sz="3600">
          <a:solidFill>
            <a:schemeClr val="tx2"/>
          </a:solidFill>
          <a:latin typeface="Arial" charset="0"/>
        </a:defRPr>
      </a:lvl6pPr>
      <a:lvl7pPr marL="914400" algn="ctr" rtl="0" fontAlgn="base">
        <a:spcBef>
          <a:spcPct val="0"/>
        </a:spcBef>
        <a:spcAft>
          <a:spcPct val="0"/>
        </a:spcAft>
        <a:defRPr sz="3600">
          <a:solidFill>
            <a:schemeClr val="tx2"/>
          </a:solidFill>
          <a:latin typeface="Arial" charset="0"/>
        </a:defRPr>
      </a:lvl7pPr>
      <a:lvl8pPr marL="1371600" algn="ctr" rtl="0" fontAlgn="base">
        <a:spcBef>
          <a:spcPct val="0"/>
        </a:spcBef>
        <a:spcAft>
          <a:spcPct val="0"/>
        </a:spcAft>
        <a:defRPr sz="3600">
          <a:solidFill>
            <a:schemeClr val="tx2"/>
          </a:solidFill>
          <a:latin typeface="Arial" charset="0"/>
        </a:defRPr>
      </a:lvl8pPr>
      <a:lvl9pPr marL="1828800" algn="ctr" rtl="0" fontAlgn="base">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2500">
          <a:solidFill>
            <a:schemeClr val="tx1"/>
          </a:solidFill>
          <a:latin typeface="+mj-lt"/>
          <a:ea typeface="+mn-ea"/>
          <a:cs typeface="Calibri" panose="020F0502020204030204" pitchFamily="34" charset="0"/>
        </a:defRPr>
      </a:lvl1pPr>
      <a:lvl2pPr marL="742950" indent="-285750" algn="l" rtl="0" eaLnBrk="0" fontAlgn="base" hangingPunct="0">
        <a:spcBef>
          <a:spcPct val="20000"/>
        </a:spcBef>
        <a:spcAft>
          <a:spcPct val="0"/>
        </a:spcAft>
        <a:buChar char="–"/>
        <a:defRPr sz="2000">
          <a:solidFill>
            <a:schemeClr val="tx1"/>
          </a:solidFill>
          <a:latin typeface="+mj-lt"/>
          <a:cs typeface="Calibri" panose="020F0502020204030204" pitchFamily="34" charset="0"/>
        </a:defRPr>
      </a:lvl2pPr>
      <a:lvl3pPr marL="1143000" indent="-228600" algn="l" rtl="0" eaLnBrk="0" fontAlgn="base" hangingPunct="0">
        <a:spcBef>
          <a:spcPct val="20000"/>
        </a:spcBef>
        <a:spcAft>
          <a:spcPct val="0"/>
        </a:spcAft>
        <a:buChar char="•"/>
        <a:defRPr sz="1800">
          <a:solidFill>
            <a:schemeClr val="tx1"/>
          </a:solidFill>
          <a:latin typeface="+mj-lt"/>
          <a:cs typeface="Calibri" panose="020F0502020204030204" pitchFamily="34" charset="0"/>
        </a:defRPr>
      </a:lvl3pPr>
      <a:lvl4pPr marL="1600200" indent="-228600" algn="l" rtl="0" eaLnBrk="0" fontAlgn="base" hangingPunct="0">
        <a:spcBef>
          <a:spcPct val="20000"/>
        </a:spcBef>
        <a:spcAft>
          <a:spcPct val="0"/>
        </a:spcAft>
        <a:buChar char="–"/>
        <a:defRPr sz="1500">
          <a:solidFill>
            <a:schemeClr val="tx1"/>
          </a:solidFill>
          <a:latin typeface="+mj-lt"/>
          <a:cs typeface="Calibri" panose="020F0502020204030204" pitchFamily="34" charset="0"/>
        </a:defRPr>
      </a:lvl4pPr>
      <a:lvl5pPr marL="2057400" indent="-228600" algn="l" rtl="0" eaLnBrk="0" fontAlgn="base" hangingPunct="0">
        <a:spcBef>
          <a:spcPct val="20000"/>
        </a:spcBef>
        <a:spcAft>
          <a:spcPct val="0"/>
        </a:spcAft>
        <a:buChar char="»"/>
        <a:defRPr sz="1200">
          <a:solidFill>
            <a:schemeClr val="tx1"/>
          </a:solidFill>
          <a:latin typeface="+mj-lt"/>
          <a:cs typeface="Calibri" panose="020F0502020204030204"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1608A8A6-5296-4CB0-9BCC-92DC25D0D67A}"/>
              </a:ext>
            </a:extLst>
          </p:cNvPr>
          <p:cNvSpPr>
            <a:spLocks noGrp="1" noChangeArrowheads="1"/>
          </p:cNvSpPr>
          <p:nvPr>
            <p:ph type="ctrTitle"/>
          </p:nvPr>
        </p:nvSpPr>
        <p:spPr/>
        <p:txBody>
          <a:bodyPr/>
          <a:lstStyle/>
          <a:p>
            <a:r>
              <a:rPr lang="en-US" altLang="en-US" b="1" dirty="0">
                <a:solidFill>
                  <a:schemeClr val="accent5"/>
                </a:solidFill>
              </a:rPr>
              <a:t>Data Structures</a:t>
            </a:r>
            <a:br>
              <a:rPr lang="en-US" altLang="en-US" dirty="0">
                <a:solidFill>
                  <a:schemeClr val="accent5"/>
                </a:solidFill>
              </a:rPr>
            </a:br>
            <a:r>
              <a:rPr lang="en-US" altLang="en-US" sz="2000" dirty="0">
                <a:solidFill>
                  <a:schemeClr val="accent5">
                    <a:lumMod val="40000"/>
                    <a:lumOff val="60000"/>
                  </a:schemeClr>
                </a:solidFill>
              </a:rPr>
              <a:t>CT077-3-2- DSTR(Version VE1)</a:t>
            </a:r>
          </a:p>
        </p:txBody>
      </p:sp>
      <p:sp>
        <p:nvSpPr>
          <p:cNvPr id="15363" name="Subtitle 2">
            <a:extLst>
              <a:ext uri="{FF2B5EF4-FFF2-40B4-BE49-F238E27FC236}">
                <a16:creationId xmlns:a16="http://schemas.microsoft.com/office/drawing/2014/main" id="{FFAB8255-CA4A-481F-90F7-644C96904C86}"/>
              </a:ext>
            </a:extLst>
          </p:cNvPr>
          <p:cNvSpPr>
            <a:spLocks noGrp="1" noChangeArrowheads="1"/>
          </p:cNvSpPr>
          <p:nvPr>
            <p:ph type="subTitle" idx="1"/>
          </p:nvPr>
        </p:nvSpPr>
        <p:spPr/>
        <p:txBody>
          <a:bodyPr/>
          <a:lstStyle/>
          <a:p>
            <a:r>
              <a:rPr lang="en-US" altLang="en-US" b="1" dirty="0"/>
              <a:t>Week 1</a:t>
            </a:r>
          </a:p>
          <a:p>
            <a:r>
              <a:rPr lang="en-US" altLang="en-US" sz="2000" dirty="0"/>
              <a:t>Introduction and Module Overview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D94BFC-C94A-42B5-A771-6F8C85AE2CE3}"/>
              </a:ext>
            </a:extLst>
          </p:cNvPr>
          <p:cNvSpPr>
            <a:spLocks noGrp="1"/>
          </p:cNvSpPr>
          <p:nvPr>
            <p:ph idx="1"/>
          </p:nvPr>
        </p:nvSpPr>
        <p:spPr/>
        <p:txBody>
          <a:bodyPr/>
          <a:lstStyle/>
          <a:p>
            <a:r>
              <a:rPr lang="en-US" dirty="0"/>
              <a:t>Lecturer Name: Celine Haren Paschal</a:t>
            </a:r>
          </a:p>
          <a:p>
            <a:r>
              <a:rPr lang="en-US" dirty="0"/>
              <a:t>Email: celine.paschal@apu.edu.my</a:t>
            </a:r>
          </a:p>
          <a:p>
            <a:r>
              <a:rPr lang="en-US" dirty="0"/>
              <a:t>Consultation Hours: Refer to </a:t>
            </a:r>
            <a:r>
              <a:rPr lang="en-US" dirty="0" err="1"/>
              <a:t>iConsult</a:t>
            </a:r>
            <a:r>
              <a:rPr lang="en-US" dirty="0"/>
              <a:t> / using MS Teams to request</a:t>
            </a:r>
          </a:p>
          <a:p>
            <a:endParaRPr lang="en-US" sz="2000" dirty="0"/>
          </a:p>
          <a:p>
            <a:endParaRPr lang="en-US" sz="2000" dirty="0"/>
          </a:p>
        </p:txBody>
      </p:sp>
      <p:sp>
        <p:nvSpPr>
          <p:cNvPr id="2" name="Title 1">
            <a:extLst>
              <a:ext uri="{FF2B5EF4-FFF2-40B4-BE49-F238E27FC236}">
                <a16:creationId xmlns:a16="http://schemas.microsoft.com/office/drawing/2014/main" id="{19DEE900-D747-4A48-99EF-2FAA24007FD5}"/>
              </a:ext>
            </a:extLst>
          </p:cNvPr>
          <p:cNvSpPr>
            <a:spLocks noGrp="1"/>
          </p:cNvSpPr>
          <p:nvPr>
            <p:ph type="title"/>
          </p:nvPr>
        </p:nvSpPr>
        <p:spPr/>
        <p:txBody>
          <a:bodyPr/>
          <a:lstStyle/>
          <a:p>
            <a:pPr algn="l"/>
            <a:r>
              <a:rPr lang="en-US"/>
              <a:t>Lecturer Information</a:t>
            </a:r>
            <a:endParaRPr lang="en-US" dirty="0"/>
          </a:p>
        </p:txBody>
      </p:sp>
    </p:spTree>
    <p:extLst>
      <p:ext uri="{BB962C8B-B14F-4D97-AF65-F5344CB8AC3E}">
        <p14:creationId xmlns:p14="http://schemas.microsoft.com/office/powerpoint/2010/main" val="3788836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53CFC3-32F9-4C01-9B19-9CB8B9C9A7E9}"/>
              </a:ext>
            </a:extLst>
          </p:cNvPr>
          <p:cNvSpPr>
            <a:spLocks noGrp="1"/>
          </p:cNvSpPr>
          <p:nvPr>
            <p:ph idx="1"/>
          </p:nvPr>
        </p:nvSpPr>
        <p:spPr/>
        <p:txBody>
          <a:bodyPr/>
          <a:lstStyle/>
          <a:p>
            <a:r>
              <a:rPr lang="en-US" sz="2400" dirty="0"/>
              <a:t>Fundamentals of Software Development (CT010-1-1)</a:t>
            </a:r>
          </a:p>
          <a:p>
            <a:r>
              <a:rPr lang="en-US" sz="2400" dirty="0"/>
              <a:t>Or equivalent</a:t>
            </a:r>
          </a:p>
        </p:txBody>
      </p:sp>
      <p:sp>
        <p:nvSpPr>
          <p:cNvPr id="2" name="Title 1">
            <a:extLst>
              <a:ext uri="{FF2B5EF4-FFF2-40B4-BE49-F238E27FC236}">
                <a16:creationId xmlns:a16="http://schemas.microsoft.com/office/drawing/2014/main" id="{63623CB0-D8E5-4CB9-AB5B-E64641CC2E3A}"/>
              </a:ext>
            </a:extLst>
          </p:cNvPr>
          <p:cNvSpPr>
            <a:spLocks noGrp="1"/>
          </p:cNvSpPr>
          <p:nvPr>
            <p:ph type="title"/>
          </p:nvPr>
        </p:nvSpPr>
        <p:spPr/>
        <p:txBody>
          <a:bodyPr/>
          <a:lstStyle/>
          <a:p>
            <a:pPr algn="l"/>
            <a:r>
              <a:rPr lang="en-US" dirty="0"/>
              <a:t>Pre-Requisites For This Module</a:t>
            </a:r>
          </a:p>
        </p:txBody>
      </p:sp>
    </p:spTree>
    <p:extLst>
      <p:ext uri="{BB962C8B-B14F-4D97-AF65-F5344CB8AC3E}">
        <p14:creationId xmlns:p14="http://schemas.microsoft.com/office/powerpoint/2010/main" val="3703649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EDA933-0EE1-4626-B66C-66297063844C}"/>
              </a:ext>
            </a:extLst>
          </p:cNvPr>
          <p:cNvSpPr>
            <a:spLocks noGrp="1"/>
          </p:cNvSpPr>
          <p:nvPr>
            <p:ph idx="1"/>
          </p:nvPr>
        </p:nvSpPr>
        <p:spPr/>
        <p:txBody>
          <a:bodyPr/>
          <a:lstStyle/>
          <a:p>
            <a:r>
              <a:rPr lang="en-US" dirty="0"/>
              <a:t>OBE is education based on producing particular educational outcomes that:</a:t>
            </a:r>
          </a:p>
          <a:p>
            <a:pPr lvl="1">
              <a:buFont typeface="Wingdings" panose="05000000000000000000" pitchFamily="2" charset="2"/>
              <a:buChar char="Ø"/>
            </a:pPr>
            <a:r>
              <a:rPr lang="en-US" dirty="0"/>
              <a:t>Focus on what students can actually do after they are taught.</a:t>
            </a:r>
          </a:p>
          <a:p>
            <a:pPr lvl="1">
              <a:buFont typeface="Wingdings" panose="05000000000000000000" pitchFamily="2" charset="2"/>
              <a:buChar char="Ø"/>
            </a:pPr>
            <a:r>
              <a:rPr lang="en-US" dirty="0"/>
              <a:t>Expect all learners / students to successfully achieve particular (sometimes minimum) level of knowledge and abilities.</a:t>
            </a:r>
          </a:p>
          <a:p>
            <a:endParaRPr lang="en-US" sz="3000" dirty="0"/>
          </a:p>
          <a:p>
            <a:r>
              <a:rPr lang="en-US" dirty="0"/>
              <a:t>It’s NOT what We want to teach.</a:t>
            </a:r>
          </a:p>
          <a:p>
            <a:r>
              <a:rPr lang="en-US" dirty="0"/>
              <a:t>It’s WHAT You should learn.</a:t>
            </a:r>
          </a:p>
        </p:txBody>
      </p:sp>
      <p:sp>
        <p:nvSpPr>
          <p:cNvPr id="2" name="Title 1">
            <a:extLst>
              <a:ext uri="{FF2B5EF4-FFF2-40B4-BE49-F238E27FC236}">
                <a16:creationId xmlns:a16="http://schemas.microsoft.com/office/drawing/2014/main" id="{DB6A2228-0558-4790-81AA-25FD24970F61}"/>
              </a:ext>
            </a:extLst>
          </p:cNvPr>
          <p:cNvSpPr>
            <a:spLocks noGrp="1"/>
          </p:cNvSpPr>
          <p:nvPr>
            <p:ph type="title"/>
          </p:nvPr>
        </p:nvSpPr>
        <p:spPr/>
        <p:txBody>
          <a:bodyPr/>
          <a:lstStyle/>
          <a:p>
            <a:pPr algn="l"/>
            <a:r>
              <a:rPr lang="en-US" dirty="0"/>
              <a:t>Outcomes Based Education</a:t>
            </a:r>
          </a:p>
        </p:txBody>
      </p:sp>
    </p:spTree>
    <p:extLst>
      <p:ext uri="{BB962C8B-B14F-4D97-AF65-F5344CB8AC3E}">
        <p14:creationId xmlns:p14="http://schemas.microsoft.com/office/powerpoint/2010/main" val="2974689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C1704E-CE54-4FEB-943F-5485AB248B42}"/>
              </a:ext>
            </a:extLst>
          </p:cNvPr>
          <p:cNvSpPr>
            <a:spLocks noGrp="1"/>
          </p:cNvSpPr>
          <p:nvPr>
            <p:ph idx="1"/>
          </p:nvPr>
        </p:nvSpPr>
        <p:spPr/>
        <p:txBody>
          <a:bodyPr/>
          <a:lstStyle/>
          <a:p>
            <a:pPr marL="0" indent="0" algn="just">
              <a:buNone/>
            </a:pPr>
            <a:r>
              <a:rPr lang="en-US" dirty="0"/>
              <a:t>This module is designed to introduce common data structures and its related algorithms that are essential for solving computational problem. </a:t>
            </a:r>
          </a:p>
          <a:p>
            <a:pPr marL="0" indent="0" algn="just">
              <a:buNone/>
            </a:pPr>
            <a:endParaRPr lang="en-US" dirty="0"/>
          </a:p>
          <a:p>
            <a:pPr marL="0" indent="0" algn="just">
              <a:buNone/>
            </a:pPr>
            <a:r>
              <a:rPr lang="en-US" dirty="0"/>
              <a:t>The students will be exposed to implementation of such data structure using a suitable programming language.</a:t>
            </a:r>
          </a:p>
        </p:txBody>
      </p:sp>
      <p:sp>
        <p:nvSpPr>
          <p:cNvPr id="2" name="Title 1">
            <a:extLst>
              <a:ext uri="{FF2B5EF4-FFF2-40B4-BE49-F238E27FC236}">
                <a16:creationId xmlns:a16="http://schemas.microsoft.com/office/drawing/2014/main" id="{28056D3B-6F9C-48A0-AC07-FD34980E1AEA}"/>
              </a:ext>
            </a:extLst>
          </p:cNvPr>
          <p:cNvSpPr>
            <a:spLocks noGrp="1"/>
          </p:cNvSpPr>
          <p:nvPr>
            <p:ph type="title"/>
          </p:nvPr>
        </p:nvSpPr>
        <p:spPr/>
        <p:txBody>
          <a:bodyPr/>
          <a:lstStyle/>
          <a:p>
            <a:pPr algn="l"/>
            <a:r>
              <a:rPr lang="en-US" dirty="0"/>
              <a:t>Aims of this Module</a:t>
            </a:r>
          </a:p>
        </p:txBody>
      </p:sp>
    </p:spTree>
    <p:extLst>
      <p:ext uri="{BB962C8B-B14F-4D97-AF65-F5344CB8AC3E}">
        <p14:creationId xmlns:p14="http://schemas.microsoft.com/office/powerpoint/2010/main" val="589219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7">
            <a:extLst>
              <a:ext uri="{FF2B5EF4-FFF2-40B4-BE49-F238E27FC236}">
                <a16:creationId xmlns:a16="http://schemas.microsoft.com/office/drawing/2014/main" id="{AB7FF918-06F0-4502-9D70-6D9CC1AB1575}"/>
              </a:ext>
            </a:extLst>
          </p:cNvPr>
          <p:cNvGraphicFramePr>
            <a:graphicFrameLocks noGrp="1"/>
          </p:cNvGraphicFramePr>
          <p:nvPr>
            <p:ph idx="1"/>
            <p:extLst>
              <p:ext uri="{D42A27DB-BD31-4B8C-83A1-F6EECF244321}">
                <p14:modId xmlns:p14="http://schemas.microsoft.com/office/powerpoint/2010/main" val="547222640"/>
              </p:ext>
            </p:extLst>
          </p:nvPr>
        </p:nvGraphicFramePr>
        <p:xfrm>
          <a:off x="254000" y="1697038"/>
          <a:ext cx="11747499" cy="3114040"/>
        </p:xfrm>
        <a:graphic>
          <a:graphicData uri="http://schemas.openxmlformats.org/drawingml/2006/table">
            <a:tbl>
              <a:tblPr firstRow="1" bandRow="1">
                <a:tableStyleId>{69CF1AB2-1976-4502-BF36-3FF5EA218861}</a:tableStyleId>
              </a:tblPr>
              <a:tblGrid>
                <a:gridCol w="995232">
                  <a:extLst>
                    <a:ext uri="{9D8B030D-6E8A-4147-A177-3AD203B41FA5}">
                      <a16:colId xmlns:a16="http://schemas.microsoft.com/office/drawing/2014/main" val="1100061805"/>
                    </a:ext>
                  </a:extLst>
                </a:gridCol>
                <a:gridCol w="6836434">
                  <a:extLst>
                    <a:ext uri="{9D8B030D-6E8A-4147-A177-3AD203B41FA5}">
                      <a16:colId xmlns:a16="http://schemas.microsoft.com/office/drawing/2014/main" val="4237684851"/>
                    </a:ext>
                  </a:extLst>
                </a:gridCol>
                <a:gridCol w="3915833">
                  <a:extLst>
                    <a:ext uri="{9D8B030D-6E8A-4147-A177-3AD203B41FA5}">
                      <a16:colId xmlns:a16="http://schemas.microsoft.com/office/drawing/2014/main" val="420464415"/>
                    </a:ext>
                  </a:extLst>
                </a:gridCol>
              </a:tblGrid>
              <a:tr h="370840">
                <a:tc>
                  <a:txBody>
                    <a:bodyPr/>
                    <a:lstStyle/>
                    <a:p>
                      <a:r>
                        <a:rPr lang="en-US" b="1" dirty="0">
                          <a:solidFill>
                            <a:schemeClr val="tx1"/>
                          </a:solidFill>
                        </a:rPr>
                        <a:t>CLO</a:t>
                      </a:r>
                    </a:p>
                  </a:txBody>
                  <a:tcPr/>
                </a:tc>
                <a:tc>
                  <a:txBody>
                    <a:bodyPr/>
                    <a:lstStyle/>
                    <a:p>
                      <a:r>
                        <a:rPr lang="en-US" b="1" dirty="0">
                          <a:solidFill>
                            <a:schemeClr val="tx1"/>
                          </a:solidFill>
                        </a:rPr>
                        <a:t>Learning Outcomes</a:t>
                      </a:r>
                    </a:p>
                  </a:txBody>
                  <a:tcPr/>
                </a:tc>
                <a:tc>
                  <a:txBody>
                    <a:bodyPr/>
                    <a:lstStyle/>
                    <a:p>
                      <a:r>
                        <a:rPr lang="en-US" b="1" dirty="0">
                          <a:solidFill>
                            <a:schemeClr val="tx1"/>
                          </a:solidFill>
                        </a:rPr>
                        <a:t>Assessment</a:t>
                      </a:r>
                    </a:p>
                  </a:txBody>
                  <a:tcPr/>
                </a:tc>
                <a:extLst>
                  <a:ext uri="{0D108BD9-81ED-4DB2-BD59-A6C34878D82A}">
                    <a16:rowId xmlns:a16="http://schemas.microsoft.com/office/drawing/2014/main" val="2327666493"/>
                  </a:ext>
                </a:extLst>
              </a:tr>
              <a:tr h="914400">
                <a:tc>
                  <a:txBody>
                    <a:bodyPr/>
                    <a:lstStyle/>
                    <a:p>
                      <a:pPr algn="ctr"/>
                      <a:r>
                        <a:rPr lang="en-US" sz="1500" dirty="0"/>
                        <a:t>1</a:t>
                      </a:r>
                    </a:p>
                  </a:txBody>
                  <a:tcPr/>
                </a:tc>
                <a:tc>
                  <a:txBody>
                    <a:bodyPr/>
                    <a:lstStyle/>
                    <a:p>
                      <a:r>
                        <a:rPr lang="en-US" sz="1500" dirty="0"/>
                        <a:t>Explain various data structures and their applications (C2, PLO1)</a:t>
                      </a:r>
                    </a:p>
                  </a:txBody>
                  <a:tcPr/>
                </a:tc>
                <a:tc>
                  <a:txBody>
                    <a:bodyPr/>
                    <a:lstStyle/>
                    <a:p>
                      <a:r>
                        <a:rPr lang="en-US" sz="1500" dirty="0"/>
                        <a:t>Exam</a:t>
                      </a:r>
                    </a:p>
                  </a:txBody>
                  <a:tcPr/>
                </a:tc>
                <a:extLst>
                  <a:ext uri="{0D108BD9-81ED-4DB2-BD59-A6C34878D82A}">
                    <a16:rowId xmlns:a16="http://schemas.microsoft.com/office/drawing/2014/main" val="1837798160"/>
                  </a:ext>
                </a:extLst>
              </a:tr>
              <a:tr h="914400">
                <a:tc>
                  <a:txBody>
                    <a:bodyPr/>
                    <a:lstStyle/>
                    <a:p>
                      <a:pPr algn="ctr"/>
                      <a:r>
                        <a:rPr lang="en-US" sz="1500" dirty="0"/>
                        <a:t>2</a:t>
                      </a:r>
                    </a:p>
                  </a:txBody>
                  <a:tcPr/>
                </a:tc>
                <a:tc>
                  <a:txBody>
                    <a:bodyPr/>
                    <a:lstStyle/>
                    <a:p>
                      <a:r>
                        <a:rPr lang="en-US" sz="1500" dirty="0"/>
                        <a:t>Construct appropriate data structures to solve a given problem (C3, PLO2)</a:t>
                      </a:r>
                    </a:p>
                  </a:txBody>
                  <a:tcPr/>
                </a:tc>
                <a:tc>
                  <a:txBody>
                    <a:bodyPr/>
                    <a:lstStyle/>
                    <a:p>
                      <a:r>
                        <a:rPr lang="en-US" sz="1500" dirty="0"/>
                        <a:t>Assignment - Solution</a:t>
                      </a:r>
                    </a:p>
                  </a:txBody>
                  <a:tcPr/>
                </a:tc>
                <a:extLst>
                  <a:ext uri="{0D108BD9-81ED-4DB2-BD59-A6C34878D82A}">
                    <a16:rowId xmlns:a16="http://schemas.microsoft.com/office/drawing/2014/main" val="1589179351"/>
                  </a:ext>
                </a:extLst>
              </a:tr>
              <a:tr h="914400">
                <a:tc>
                  <a:txBody>
                    <a:bodyPr/>
                    <a:lstStyle/>
                    <a:p>
                      <a:pPr algn="ctr"/>
                      <a:r>
                        <a:rPr lang="en-US" sz="1500" dirty="0"/>
                        <a:t>3</a:t>
                      </a:r>
                    </a:p>
                  </a:txBody>
                  <a:tcPr/>
                </a:tc>
                <a:tc>
                  <a:txBody>
                    <a:bodyPr/>
                    <a:lstStyle/>
                    <a:p>
                      <a:r>
                        <a:rPr lang="en-US" sz="1500" dirty="0"/>
                        <a:t>Demonstrate a solid understanding of how to write solutions using various data structures and algorithms. (P5, PLO3)</a:t>
                      </a:r>
                    </a:p>
                  </a:txBody>
                  <a:tcPr/>
                </a:tc>
                <a:tc>
                  <a:txBody>
                    <a:bodyPr/>
                    <a:lstStyle/>
                    <a:p>
                      <a:r>
                        <a:rPr lang="en-US" sz="1500" dirty="0"/>
                        <a:t>Assignment - Lab Evaluation Work</a:t>
                      </a:r>
                    </a:p>
                  </a:txBody>
                  <a:tcPr/>
                </a:tc>
                <a:extLst>
                  <a:ext uri="{0D108BD9-81ED-4DB2-BD59-A6C34878D82A}">
                    <a16:rowId xmlns:a16="http://schemas.microsoft.com/office/drawing/2014/main" val="2958860216"/>
                  </a:ext>
                </a:extLst>
              </a:tr>
            </a:tbl>
          </a:graphicData>
        </a:graphic>
      </p:graphicFrame>
      <p:sp>
        <p:nvSpPr>
          <p:cNvPr id="2" name="Title 1">
            <a:extLst>
              <a:ext uri="{FF2B5EF4-FFF2-40B4-BE49-F238E27FC236}">
                <a16:creationId xmlns:a16="http://schemas.microsoft.com/office/drawing/2014/main" id="{99AD4A80-16CB-4F73-85EE-A898A58AA2F9}"/>
              </a:ext>
            </a:extLst>
          </p:cNvPr>
          <p:cNvSpPr>
            <a:spLocks noGrp="1"/>
          </p:cNvSpPr>
          <p:nvPr>
            <p:ph type="title"/>
          </p:nvPr>
        </p:nvSpPr>
        <p:spPr/>
        <p:txBody>
          <a:bodyPr/>
          <a:lstStyle/>
          <a:p>
            <a:pPr algn="l"/>
            <a:r>
              <a:rPr lang="en-US" dirty="0"/>
              <a:t>Module Learning Outcomes</a:t>
            </a:r>
          </a:p>
        </p:txBody>
      </p:sp>
    </p:spTree>
    <p:extLst>
      <p:ext uri="{BB962C8B-B14F-4D97-AF65-F5344CB8AC3E}">
        <p14:creationId xmlns:p14="http://schemas.microsoft.com/office/powerpoint/2010/main" val="1493108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A854EA63-20C2-4FFA-A038-ADD66E0DEFFE}"/>
              </a:ext>
            </a:extLst>
          </p:cNvPr>
          <p:cNvGraphicFramePr>
            <a:graphicFrameLocks noGrp="1"/>
          </p:cNvGraphicFramePr>
          <p:nvPr>
            <p:ph idx="1"/>
            <p:extLst>
              <p:ext uri="{D42A27DB-BD31-4B8C-83A1-F6EECF244321}">
                <p14:modId xmlns:p14="http://schemas.microsoft.com/office/powerpoint/2010/main" val="3908496930"/>
              </p:ext>
            </p:extLst>
          </p:nvPr>
        </p:nvGraphicFramePr>
        <p:xfrm>
          <a:off x="254000" y="1697038"/>
          <a:ext cx="11647272" cy="1483360"/>
        </p:xfrm>
        <a:graphic>
          <a:graphicData uri="http://schemas.openxmlformats.org/drawingml/2006/table">
            <a:tbl>
              <a:tblPr firstRow="1" bandRow="1">
                <a:tableStyleId>{5C22544A-7EE6-4342-B048-85BDC9FD1C3A}</a:tableStyleId>
              </a:tblPr>
              <a:tblGrid>
                <a:gridCol w="895944">
                  <a:extLst>
                    <a:ext uri="{9D8B030D-6E8A-4147-A177-3AD203B41FA5}">
                      <a16:colId xmlns:a16="http://schemas.microsoft.com/office/drawing/2014/main" val="2414964309"/>
                    </a:ext>
                  </a:extLst>
                </a:gridCol>
                <a:gridCol w="895944">
                  <a:extLst>
                    <a:ext uri="{9D8B030D-6E8A-4147-A177-3AD203B41FA5}">
                      <a16:colId xmlns:a16="http://schemas.microsoft.com/office/drawing/2014/main" val="3696645560"/>
                    </a:ext>
                  </a:extLst>
                </a:gridCol>
                <a:gridCol w="895944">
                  <a:extLst>
                    <a:ext uri="{9D8B030D-6E8A-4147-A177-3AD203B41FA5}">
                      <a16:colId xmlns:a16="http://schemas.microsoft.com/office/drawing/2014/main" val="1097667272"/>
                    </a:ext>
                  </a:extLst>
                </a:gridCol>
                <a:gridCol w="895944">
                  <a:extLst>
                    <a:ext uri="{9D8B030D-6E8A-4147-A177-3AD203B41FA5}">
                      <a16:colId xmlns:a16="http://schemas.microsoft.com/office/drawing/2014/main" val="2541412989"/>
                    </a:ext>
                  </a:extLst>
                </a:gridCol>
                <a:gridCol w="895944">
                  <a:extLst>
                    <a:ext uri="{9D8B030D-6E8A-4147-A177-3AD203B41FA5}">
                      <a16:colId xmlns:a16="http://schemas.microsoft.com/office/drawing/2014/main" val="3594092954"/>
                    </a:ext>
                  </a:extLst>
                </a:gridCol>
                <a:gridCol w="895944">
                  <a:extLst>
                    <a:ext uri="{9D8B030D-6E8A-4147-A177-3AD203B41FA5}">
                      <a16:colId xmlns:a16="http://schemas.microsoft.com/office/drawing/2014/main" val="744360627"/>
                    </a:ext>
                  </a:extLst>
                </a:gridCol>
                <a:gridCol w="895944">
                  <a:extLst>
                    <a:ext uri="{9D8B030D-6E8A-4147-A177-3AD203B41FA5}">
                      <a16:colId xmlns:a16="http://schemas.microsoft.com/office/drawing/2014/main" val="3635158637"/>
                    </a:ext>
                  </a:extLst>
                </a:gridCol>
                <a:gridCol w="895944">
                  <a:extLst>
                    <a:ext uri="{9D8B030D-6E8A-4147-A177-3AD203B41FA5}">
                      <a16:colId xmlns:a16="http://schemas.microsoft.com/office/drawing/2014/main" val="3506908600"/>
                    </a:ext>
                  </a:extLst>
                </a:gridCol>
                <a:gridCol w="895944">
                  <a:extLst>
                    <a:ext uri="{9D8B030D-6E8A-4147-A177-3AD203B41FA5}">
                      <a16:colId xmlns:a16="http://schemas.microsoft.com/office/drawing/2014/main" val="2839469194"/>
                    </a:ext>
                  </a:extLst>
                </a:gridCol>
                <a:gridCol w="895944">
                  <a:extLst>
                    <a:ext uri="{9D8B030D-6E8A-4147-A177-3AD203B41FA5}">
                      <a16:colId xmlns:a16="http://schemas.microsoft.com/office/drawing/2014/main" val="1342508828"/>
                    </a:ext>
                  </a:extLst>
                </a:gridCol>
                <a:gridCol w="895944">
                  <a:extLst>
                    <a:ext uri="{9D8B030D-6E8A-4147-A177-3AD203B41FA5}">
                      <a16:colId xmlns:a16="http://schemas.microsoft.com/office/drawing/2014/main" val="3973982840"/>
                    </a:ext>
                  </a:extLst>
                </a:gridCol>
                <a:gridCol w="895944">
                  <a:extLst>
                    <a:ext uri="{9D8B030D-6E8A-4147-A177-3AD203B41FA5}">
                      <a16:colId xmlns:a16="http://schemas.microsoft.com/office/drawing/2014/main" val="2666185385"/>
                    </a:ext>
                  </a:extLst>
                </a:gridCol>
                <a:gridCol w="895944">
                  <a:extLst>
                    <a:ext uri="{9D8B030D-6E8A-4147-A177-3AD203B41FA5}">
                      <a16:colId xmlns:a16="http://schemas.microsoft.com/office/drawing/2014/main" val="197904474"/>
                    </a:ext>
                  </a:extLst>
                </a:gridCol>
              </a:tblGrid>
              <a:tr h="370840">
                <a:tc>
                  <a:txBody>
                    <a:bodyPr/>
                    <a:lstStyle/>
                    <a:p>
                      <a:endParaRPr lang="en-US" dirty="0"/>
                    </a:p>
                  </a:txBody>
                  <a:tcPr/>
                </a:tc>
                <a:tc>
                  <a:txBody>
                    <a:bodyPr/>
                    <a:lstStyle/>
                    <a:p>
                      <a:pPr algn="ctr"/>
                      <a:r>
                        <a:rPr lang="en-US" sz="1500" dirty="0">
                          <a:solidFill>
                            <a:schemeClr val="tx1"/>
                          </a:solidFill>
                        </a:rPr>
                        <a:t>PLO 1</a:t>
                      </a:r>
                    </a:p>
                  </a:txBody>
                  <a:tcPr/>
                </a:tc>
                <a:tc>
                  <a:txBody>
                    <a:bodyPr/>
                    <a:lstStyle/>
                    <a:p>
                      <a:pPr algn="ctr"/>
                      <a:r>
                        <a:rPr lang="en-US" sz="1500" dirty="0">
                          <a:solidFill>
                            <a:schemeClr val="tx1"/>
                          </a:solidFill>
                        </a:rPr>
                        <a:t>PLO 2</a:t>
                      </a:r>
                    </a:p>
                  </a:txBody>
                  <a:tcPr/>
                </a:tc>
                <a:tc>
                  <a:txBody>
                    <a:bodyPr/>
                    <a:lstStyle/>
                    <a:p>
                      <a:pPr algn="ctr"/>
                      <a:r>
                        <a:rPr lang="en-US" sz="1500" dirty="0">
                          <a:solidFill>
                            <a:schemeClr val="tx1"/>
                          </a:solidFill>
                        </a:rPr>
                        <a:t>PLO 3</a:t>
                      </a:r>
                    </a:p>
                  </a:txBody>
                  <a:tcPr/>
                </a:tc>
                <a:tc>
                  <a:txBody>
                    <a:bodyPr/>
                    <a:lstStyle/>
                    <a:p>
                      <a:pPr algn="ctr"/>
                      <a:r>
                        <a:rPr lang="en-US" sz="1500" dirty="0">
                          <a:solidFill>
                            <a:schemeClr val="tx1"/>
                          </a:solidFill>
                        </a:rPr>
                        <a:t>PLO 4</a:t>
                      </a:r>
                    </a:p>
                  </a:txBody>
                  <a:tcPr/>
                </a:tc>
                <a:tc>
                  <a:txBody>
                    <a:bodyPr/>
                    <a:lstStyle/>
                    <a:p>
                      <a:pPr algn="ctr"/>
                      <a:r>
                        <a:rPr lang="en-US" sz="1500" dirty="0">
                          <a:solidFill>
                            <a:schemeClr val="tx1"/>
                          </a:solidFill>
                        </a:rPr>
                        <a:t>PLO 5</a:t>
                      </a:r>
                    </a:p>
                  </a:txBody>
                  <a:tcPr/>
                </a:tc>
                <a:tc>
                  <a:txBody>
                    <a:bodyPr/>
                    <a:lstStyle/>
                    <a:p>
                      <a:pPr algn="ctr"/>
                      <a:r>
                        <a:rPr lang="en-US" sz="1500" dirty="0">
                          <a:solidFill>
                            <a:schemeClr val="tx1"/>
                          </a:solidFill>
                        </a:rPr>
                        <a:t>PLO 6</a:t>
                      </a:r>
                    </a:p>
                  </a:txBody>
                  <a:tcPr/>
                </a:tc>
                <a:tc>
                  <a:txBody>
                    <a:bodyPr/>
                    <a:lstStyle/>
                    <a:p>
                      <a:pPr algn="ctr"/>
                      <a:r>
                        <a:rPr lang="en-US" sz="1500" dirty="0">
                          <a:solidFill>
                            <a:schemeClr val="tx1"/>
                          </a:solidFill>
                        </a:rPr>
                        <a:t>PLO 7</a:t>
                      </a:r>
                    </a:p>
                  </a:txBody>
                  <a:tcPr/>
                </a:tc>
                <a:tc>
                  <a:txBody>
                    <a:bodyPr/>
                    <a:lstStyle/>
                    <a:p>
                      <a:pPr algn="ctr"/>
                      <a:r>
                        <a:rPr lang="en-US" sz="1500" dirty="0">
                          <a:solidFill>
                            <a:schemeClr val="tx1"/>
                          </a:solidFill>
                        </a:rPr>
                        <a:t>PLO 8</a:t>
                      </a:r>
                    </a:p>
                  </a:txBody>
                  <a:tcPr/>
                </a:tc>
                <a:tc>
                  <a:txBody>
                    <a:bodyPr/>
                    <a:lstStyle/>
                    <a:p>
                      <a:pPr algn="ctr"/>
                      <a:r>
                        <a:rPr lang="en-US" sz="1500" dirty="0">
                          <a:solidFill>
                            <a:schemeClr val="tx1"/>
                          </a:solidFill>
                        </a:rPr>
                        <a:t>PLO 9</a:t>
                      </a:r>
                    </a:p>
                  </a:txBody>
                  <a:tcPr/>
                </a:tc>
                <a:tc>
                  <a:txBody>
                    <a:bodyPr/>
                    <a:lstStyle/>
                    <a:p>
                      <a:pPr algn="ctr"/>
                      <a:r>
                        <a:rPr lang="en-US" sz="1500" dirty="0">
                          <a:solidFill>
                            <a:schemeClr val="tx1"/>
                          </a:solidFill>
                        </a:rPr>
                        <a:t>PLO 10</a:t>
                      </a:r>
                    </a:p>
                  </a:txBody>
                  <a:tcPr/>
                </a:tc>
                <a:tc>
                  <a:txBody>
                    <a:bodyPr/>
                    <a:lstStyle/>
                    <a:p>
                      <a:pPr algn="ctr"/>
                      <a:r>
                        <a:rPr lang="en-US" sz="1500" dirty="0">
                          <a:solidFill>
                            <a:schemeClr val="tx1"/>
                          </a:solidFill>
                        </a:rPr>
                        <a:t>PLO 11</a:t>
                      </a:r>
                    </a:p>
                  </a:txBody>
                  <a:tcPr/>
                </a:tc>
                <a:tc>
                  <a:txBody>
                    <a:bodyPr/>
                    <a:lstStyle/>
                    <a:p>
                      <a:pPr algn="ctr"/>
                      <a:r>
                        <a:rPr lang="en-US" sz="1500" dirty="0">
                          <a:solidFill>
                            <a:schemeClr val="tx1"/>
                          </a:solidFill>
                        </a:rPr>
                        <a:t>PLO12</a:t>
                      </a:r>
                    </a:p>
                  </a:txBody>
                  <a:tcPr/>
                </a:tc>
                <a:extLst>
                  <a:ext uri="{0D108BD9-81ED-4DB2-BD59-A6C34878D82A}">
                    <a16:rowId xmlns:a16="http://schemas.microsoft.com/office/drawing/2014/main" val="96730410"/>
                  </a:ext>
                </a:extLst>
              </a:tr>
              <a:tr h="370840">
                <a:tc>
                  <a:txBody>
                    <a:bodyPr/>
                    <a:lstStyle/>
                    <a:p>
                      <a:r>
                        <a:rPr lang="en-US" sz="1500" dirty="0"/>
                        <a:t>CLO1</a:t>
                      </a:r>
                    </a:p>
                  </a:txBody>
                  <a:tcPr/>
                </a:tc>
                <a:tc>
                  <a:txBody>
                    <a:bodyPr/>
                    <a:lstStyle/>
                    <a:p>
                      <a:pPr algn="ctr"/>
                      <a:r>
                        <a:rPr lang="en-US" dirty="0">
                          <a:sym typeface="Wingdings" panose="05000000000000000000" pitchFamily="2" charset="2"/>
                        </a:rPr>
                        <a:t></a:t>
                      </a: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473810274"/>
                  </a:ext>
                </a:extLst>
              </a:tr>
              <a:tr h="370840">
                <a:tc>
                  <a:txBody>
                    <a:bodyPr/>
                    <a:lstStyle/>
                    <a:p>
                      <a:r>
                        <a:rPr lang="en-US" sz="1500" dirty="0"/>
                        <a:t>CLO2</a:t>
                      </a:r>
                    </a:p>
                  </a:txBody>
                  <a:tcPr/>
                </a:tc>
                <a:tc>
                  <a:txBody>
                    <a:bodyPr/>
                    <a:lstStyle/>
                    <a:p>
                      <a:pPr algn="ctr"/>
                      <a:endParaRPr 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a:t>
                      </a: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139806458"/>
                  </a:ext>
                </a:extLst>
              </a:tr>
              <a:tr h="370840">
                <a:tc>
                  <a:txBody>
                    <a:bodyPr/>
                    <a:lstStyle/>
                    <a:p>
                      <a:r>
                        <a:rPr lang="en-US" sz="1500" dirty="0"/>
                        <a:t>CLO3</a:t>
                      </a:r>
                    </a:p>
                  </a:txBody>
                  <a:tcPr/>
                </a:tc>
                <a:tc>
                  <a:txBody>
                    <a:bodyPr/>
                    <a:lstStyle/>
                    <a:p>
                      <a:pPr algn="ctr"/>
                      <a:endParaRPr lang="en-US" dirty="0"/>
                    </a:p>
                  </a:txBody>
                  <a:tcPr anchor="ctr"/>
                </a:tc>
                <a:tc>
                  <a:txBody>
                    <a:bodyPr/>
                    <a:lstStyle/>
                    <a:p>
                      <a:pPr algn="ctr"/>
                      <a:endParaRPr 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a:t>
                      </a: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758044309"/>
                  </a:ext>
                </a:extLst>
              </a:tr>
            </a:tbl>
          </a:graphicData>
        </a:graphic>
      </p:graphicFrame>
      <p:sp>
        <p:nvSpPr>
          <p:cNvPr id="2" name="Title 1">
            <a:extLst>
              <a:ext uri="{FF2B5EF4-FFF2-40B4-BE49-F238E27FC236}">
                <a16:creationId xmlns:a16="http://schemas.microsoft.com/office/drawing/2014/main" id="{5C7F9601-B4D7-474F-8F0B-9F77BBBE1052}"/>
              </a:ext>
            </a:extLst>
          </p:cNvPr>
          <p:cNvSpPr>
            <a:spLocks noGrp="1"/>
          </p:cNvSpPr>
          <p:nvPr>
            <p:ph type="title"/>
          </p:nvPr>
        </p:nvSpPr>
        <p:spPr/>
        <p:txBody>
          <a:bodyPr/>
          <a:lstStyle/>
          <a:p>
            <a:pPr algn="l"/>
            <a:r>
              <a:rPr lang="en-US" dirty="0"/>
              <a:t>Mapping of CLO with PLO</a:t>
            </a:r>
          </a:p>
        </p:txBody>
      </p:sp>
      <p:sp>
        <p:nvSpPr>
          <p:cNvPr id="7" name="TextBox 6">
            <a:extLst>
              <a:ext uri="{FF2B5EF4-FFF2-40B4-BE49-F238E27FC236}">
                <a16:creationId xmlns:a16="http://schemas.microsoft.com/office/drawing/2014/main" id="{EB1CF102-21F6-473B-8E16-26CD9DD46AB5}"/>
              </a:ext>
            </a:extLst>
          </p:cNvPr>
          <p:cNvSpPr txBox="1"/>
          <p:nvPr/>
        </p:nvSpPr>
        <p:spPr>
          <a:xfrm>
            <a:off x="393895" y="3981157"/>
            <a:ext cx="11071274" cy="1569660"/>
          </a:xfrm>
          <a:prstGeom prst="rect">
            <a:avLst/>
          </a:prstGeom>
          <a:noFill/>
        </p:spPr>
        <p:txBody>
          <a:bodyPr wrap="square" numCol="2" rtlCol="0">
            <a:spAutoFit/>
          </a:bodyPr>
          <a:lstStyle/>
          <a:p>
            <a:r>
              <a:rPr lang="en-US" sz="1600" dirty="0"/>
              <a:t>The learning domains are:</a:t>
            </a:r>
          </a:p>
          <a:p>
            <a:r>
              <a:rPr lang="en-US" sz="1600" b="1" dirty="0"/>
              <a:t>PLO1: </a:t>
            </a:r>
            <a:r>
              <a:rPr lang="en-US" sz="1600" dirty="0"/>
              <a:t>Knowledge and Understanding</a:t>
            </a:r>
          </a:p>
          <a:p>
            <a:r>
              <a:rPr lang="en-US" sz="1600" b="1" dirty="0"/>
              <a:t>PLO2: </a:t>
            </a:r>
            <a:r>
              <a:rPr lang="en-US" sz="1600" dirty="0"/>
              <a:t>Cognitive Skills</a:t>
            </a:r>
          </a:p>
          <a:p>
            <a:r>
              <a:rPr lang="en-US" sz="1600" b="1" dirty="0"/>
              <a:t>PLO3: </a:t>
            </a:r>
            <a:r>
              <a:rPr lang="en-US" sz="1600" dirty="0"/>
              <a:t>Practical Skills</a:t>
            </a:r>
          </a:p>
          <a:p>
            <a:endParaRPr lang="en-US" sz="1600" b="1" dirty="0"/>
          </a:p>
          <a:p>
            <a:endParaRPr lang="en-US" sz="1600" dirty="0"/>
          </a:p>
        </p:txBody>
      </p:sp>
    </p:spTree>
    <p:extLst>
      <p:ext uri="{BB962C8B-B14F-4D97-AF65-F5344CB8AC3E}">
        <p14:creationId xmlns:p14="http://schemas.microsoft.com/office/powerpoint/2010/main" val="2566045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EF977F-6955-47A9-92EB-78CA42E4AC8C}"/>
              </a:ext>
            </a:extLst>
          </p:cNvPr>
          <p:cNvSpPr>
            <a:spLocks noGrp="1"/>
          </p:cNvSpPr>
          <p:nvPr>
            <p:ph idx="1"/>
          </p:nvPr>
        </p:nvSpPr>
        <p:spPr/>
        <p:txBody>
          <a:bodyPr/>
          <a:lstStyle/>
          <a:p>
            <a:r>
              <a:rPr lang="en-US" dirty="0"/>
              <a:t>Module Credit Value: 3</a:t>
            </a:r>
          </a:p>
          <a:p>
            <a:r>
              <a:rPr lang="en-US" dirty="0"/>
              <a:t>Total Learning Hours: 120 per semester</a:t>
            </a:r>
          </a:p>
        </p:txBody>
      </p:sp>
      <p:sp>
        <p:nvSpPr>
          <p:cNvPr id="2" name="Title 1">
            <a:extLst>
              <a:ext uri="{FF2B5EF4-FFF2-40B4-BE49-F238E27FC236}">
                <a16:creationId xmlns:a16="http://schemas.microsoft.com/office/drawing/2014/main" id="{DDD5E70B-5188-497B-8979-E8941E593CB1}"/>
              </a:ext>
            </a:extLst>
          </p:cNvPr>
          <p:cNvSpPr>
            <a:spLocks noGrp="1"/>
          </p:cNvSpPr>
          <p:nvPr>
            <p:ph type="title"/>
          </p:nvPr>
        </p:nvSpPr>
        <p:spPr/>
        <p:txBody>
          <a:bodyPr/>
          <a:lstStyle/>
          <a:p>
            <a:pPr algn="l"/>
            <a:r>
              <a:rPr lang="en-US" dirty="0"/>
              <a:t>Student Learning Time</a:t>
            </a:r>
          </a:p>
        </p:txBody>
      </p:sp>
      <p:graphicFrame>
        <p:nvGraphicFramePr>
          <p:cNvPr id="5" name="Table 5">
            <a:extLst>
              <a:ext uri="{FF2B5EF4-FFF2-40B4-BE49-F238E27FC236}">
                <a16:creationId xmlns:a16="http://schemas.microsoft.com/office/drawing/2014/main" id="{C33BF824-A335-4784-9A26-DC52134D8D00}"/>
              </a:ext>
            </a:extLst>
          </p:cNvPr>
          <p:cNvGraphicFramePr>
            <a:graphicFrameLocks noGrp="1"/>
          </p:cNvGraphicFramePr>
          <p:nvPr>
            <p:extLst>
              <p:ext uri="{D42A27DB-BD31-4B8C-83A1-F6EECF244321}">
                <p14:modId xmlns:p14="http://schemas.microsoft.com/office/powerpoint/2010/main" val="1199516620"/>
              </p:ext>
            </p:extLst>
          </p:nvPr>
        </p:nvGraphicFramePr>
        <p:xfrm>
          <a:off x="2065867" y="3032919"/>
          <a:ext cx="6096000" cy="2595880"/>
        </p:xfrm>
        <a:graphic>
          <a:graphicData uri="http://schemas.openxmlformats.org/drawingml/2006/table">
            <a:tbl>
              <a:tblPr firstRow="1" bandRow="1">
                <a:tableStyleId>{69CF1AB2-1976-4502-BF36-3FF5EA218861}</a:tableStyleId>
              </a:tblPr>
              <a:tblGrid>
                <a:gridCol w="3048000">
                  <a:extLst>
                    <a:ext uri="{9D8B030D-6E8A-4147-A177-3AD203B41FA5}">
                      <a16:colId xmlns:a16="http://schemas.microsoft.com/office/drawing/2014/main" val="1868828788"/>
                    </a:ext>
                  </a:extLst>
                </a:gridCol>
                <a:gridCol w="3048000">
                  <a:extLst>
                    <a:ext uri="{9D8B030D-6E8A-4147-A177-3AD203B41FA5}">
                      <a16:colId xmlns:a16="http://schemas.microsoft.com/office/drawing/2014/main" val="2953582580"/>
                    </a:ext>
                  </a:extLst>
                </a:gridCol>
              </a:tblGrid>
              <a:tr h="370840">
                <a:tc>
                  <a:txBody>
                    <a:bodyPr/>
                    <a:lstStyle/>
                    <a:p>
                      <a:r>
                        <a:rPr lang="en-US" b="0" dirty="0"/>
                        <a:t>Lecture</a:t>
                      </a:r>
                    </a:p>
                  </a:txBody>
                  <a:tcPr/>
                </a:tc>
                <a:tc>
                  <a:txBody>
                    <a:bodyPr/>
                    <a:lstStyle/>
                    <a:p>
                      <a:r>
                        <a:rPr lang="en-US" b="0" dirty="0"/>
                        <a:t>  28 hours</a:t>
                      </a:r>
                    </a:p>
                  </a:txBody>
                  <a:tcPr/>
                </a:tc>
                <a:extLst>
                  <a:ext uri="{0D108BD9-81ED-4DB2-BD59-A6C34878D82A}">
                    <a16:rowId xmlns:a16="http://schemas.microsoft.com/office/drawing/2014/main" val="1472587084"/>
                  </a:ext>
                </a:extLst>
              </a:tr>
              <a:tr h="370840">
                <a:tc>
                  <a:txBody>
                    <a:bodyPr/>
                    <a:lstStyle/>
                    <a:p>
                      <a:r>
                        <a:rPr lang="en-US" dirty="0"/>
                        <a:t>Tutorial</a:t>
                      </a:r>
                    </a:p>
                  </a:txBody>
                  <a:tcPr/>
                </a:tc>
                <a:tc>
                  <a:txBody>
                    <a:bodyPr/>
                    <a:lstStyle/>
                    <a:p>
                      <a:r>
                        <a:rPr lang="en-US" b="0" dirty="0"/>
                        <a:t>  4 hours</a:t>
                      </a:r>
                    </a:p>
                  </a:txBody>
                  <a:tcPr/>
                </a:tc>
                <a:extLst>
                  <a:ext uri="{0D108BD9-81ED-4DB2-BD59-A6C34878D82A}">
                    <a16:rowId xmlns:a16="http://schemas.microsoft.com/office/drawing/2014/main" val="3851151818"/>
                  </a:ext>
                </a:extLst>
              </a:tr>
              <a:tr h="370840">
                <a:tc>
                  <a:txBody>
                    <a:bodyPr/>
                    <a:lstStyle/>
                    <a:p>
                      <a:r>
                        <a:rPr lang="en-US" dirty="0"/>
                        <a:t>Practical</a:t>
                      </a:r>
                    </a:p>
                  </a:txBody>
                  <a:tcPr/>
                </a:tc>
                <a:tc>
                  <a:txBody>
                    <a:bodyPr/>
                    <a:lstStyle/>
                    <a:p>
                      <a:r>
                        <a:rPr lang="en-US" b="0" dirty="0"/>
                        <a:t>  24 hours</a:t>
                      </a:r>
                    </a:p>
                  </a:txBody>
                  <a:tcPr/>
                </a:tc>
                <a:extLst>
                  <a:ext uri="{0D108BD9-81ED-4DB2-BD59-A6C34878D82A}">
                    <a16:rowId xmlns:a16="http://schemas.microsoft.com/office/drawing/2014/main" val="2566929365"/>
                  </a:ext>
                </a:extLst>
              </a:tr>
              <a:tr h="370840">
                <a:tc>
                  <a:txBody>
                    <a:bodyPr/>
                    <a:lstStyle/>
                    <a:p>
                      <a:r>
                        <a:rPr lang="en-US" dirty="0"/>
                        <a:t>Others</a:t>
                      </a:r>
                    </a:p>
                  </a:txBody>
                  <a:tcPr/>
                </a:tc>
                <a:tc>
                  <a:txBody>
                    <a:bodyPr/>
                    <a:lstStyle/>
                    <a:p>
                      <a:r>
                        <a:rPr lang="en-US" b="0" dirty="0"/>
                        <a:t>  0 hours</a:t>
                      </a:r>
                    </a:p>
                  </a:txBody>
                  <a:tcPr/>
                </a:tc>
                <a:extLst>
                  <a:ext uri="{0D108BD9-81ED-4DB2-BD59-A6C34878D82A}">
                    <a16:rowId xmlns:a16="http://schemas.microsoft.com/office/drawing/2014/main" val="1459025982"/>
                  </a:ext>
                </a:extLst>
              </a:tr>
              <a:tr h="370840">
                <a:tc>
                  <a:txBody>
                    <a:bodyPr/>
                    <a:lstStyle/>
                    <a:p>
                      <a:r>
                        <a:rPr lang="en-US" dirty="0"/>
                        <a:t>Independent Learning Time</a:t>
                      </a:r>
                    </a:p>
                  </a:txBody>
                  <a:tcPr/>
                </a:tc>
                <a:tc>
                  <a:txBody>
                    <a:bodyPr/>
                    <a:lstStyle/>
                    <a:p>
                      <a:r>
                        <a:rPr lang="en-US" b="0" dirty="0"/>
                        <a:t>  42 hours</a:t>
                      </a:r>
                    </a:p>
                  </a:txBody>
                  <a:tcPr/>
                </a:tc>
                <a:extLst>
                  <a:ext uri="{0D108BD9-81ED-4DB2-BD59-A6C34878D82A}">
                    <a16:rowId xmlns:a16="http://schemas.microsoft.com/office/drawing/2014/main" val="1250068599"/>
                  </a:ext>
                </a:extLst>
              </a:tr>
              <a:tr h="370840">
                <a:tc>
                  <a:txBody>
                    <a:bodyPr/>
                    <a:lstStyle/>
                    <a:p>
                      <a:r>
                        <a:rPr lang="en-US" dirty="0"/>
                        <a:t>Assessment</a:t>
                      </a:r>
                    </a:p>
                  </a:txBody>
                  <a:tcPr/>
                </a:tc>
                <a:tc>
                  <a:txBody>
                    <a:bodyPr/>
                    <a:lstStyle/>
                    <a:p>
                      <a:r>
                        <a:rPr lang="en-US" b="0" dirty="0"/>
                        <a:t>  22 hours</a:t>
                      </a:r>
                    </a:p>
                  </a:txBody>
                  <a:tcPr/>
                </a:tc>
                <a:extLst>
                  <a:ext uri="{0D108BD9-81ED-4DB2-BD59-A6C34878D82A}">
                    <a16:rowId xmlns:a16="http://schemas.microsoft.com/office/drawing/2014/main" val="2861619284"/>
                  </a:ext>
                </a:extLst>
              </a:tr>
              <a:tr h="370840">
                <a:tc>
                  <a:txBody>
                    <a:bodyPr/>
                    <a:lstStyle/>
                    <a:p>
                      <a:pPr algn="r"/>
                      <a:r>
                        <a:rPr lang="en-US" dirty="0"/>
                        <a:t>Total Learning Hours</a:t>
                      </a:r>
                    </a:p>
                  </a:txBody>
                  <a:tcPr/>
                </a:tc>
                <a:tc>
                  <a:txBody>
                    <a:bodyPr/>
                    <a:lstStyle/>
                    <a:p>
                      <a:r>
                        <a:rPr lang="en-US" b="0" dirty="0"/>
                        <a:t>  120 hours per semester</a:t>
                      </a:r>
                    </a:p>
                  </a:txBody>
                  <a:tcPr/>
                </a:tc>
                <a:extLst>
                  <a:ext uri="{0D108BD9-81ED-4DB2-BD59-A6C34878D82A}">
                    <a16:rowId xmlns:a16="http://schemas.microsoft.com/office/drawing/2014/main" val="1274214383"/>
                  </a:ext>
                </a:extLst>
              </a:tr>
            </a:tbl>
          </a:graphicData>
        </a:graphic>
      </p:graphicFrame>
    </p:spTree>
    <p:extLst>
      <p:ext uri="{BB962C8B-B14F-4D97-AF65-F5344CB8AC3E}">
        <p14:creationId xmlns:p14="http://schemas.microsoft.com/office/powerpoint/2010/main" val="130257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5E70B-5188-497B-8979-E8941E593CB1}"/>
              </a:ext>
            </a:extLst>
          </p:cNvPr>
          <p:cNvSpPr>
            <a:spLocks noGrp="1"/>
          </p:cNvSpPr>
          <p:nvPr>
            <p:ph type="title"/>
          </p:nvPr>
        </p:nvSpPr>
        <p:spPr/>
        <p:txBody>
          <a:bodyPr/>
          <a:lstStyle/>
          <a:p>
            <a:pPr algn="l"/>
            <a:r>
              <a:rPr lang="en-US" dirty="0"/>
              <a:t>Module Content Outline </a:t>
            </a:r>
            <a:r>
              <a:rPr lang="en-US" sz="1400" b="0" dirty="0">
                <a:solidFill>
                  <a:schemeClr val="tx1"/>
                </a:solidFill>
              </a:rPr>
              <a:t>(Please add/reduce the column as needed)</a:t>
            </a:r>
          </a:p>
        </p:txBody>
      </p:sp>
      <p:graphicFrame>
        <p:nvGraphicFramePr>
          <p:cNvPr id="5" name="Table 5">
            <a:extLst>
              <a:ext uri="{FF2B5EF4-FFF2-40B4-BE49-F238E27FC236}">
                <a16:creationId xmlns:a16="http://schemas.microsoft.com/office/drawing/2014/main" id="{C33BF824-A335-4784-9A26-DC52134D8D00}"/>
              </a:ext>
            </a:extLst>
          </p:cNvPr>
          <p:cNvGraphicFramePr>
            <a:graphicFrameLocks noGrp="1"/>
          </p:cNvGraphicFramePr>
          <p:nvPr>
            <p:extLst>
              <p:ext uri="{D42A27DB-BD31-4B8C-83A1-F6EECF244321}">
                <p14:modId xmlns:p14="http://schemas.microsoft.com/office/powerpoint/2010/main" val="2765436015"/>
              </p:ext>
            </p:extLst>
          </p:nvPr>
        </p:nvGraphicFramePr>
        <p:xfrm>
          <a:off x="1235212" y="1583635"/>
          <a:ext cx="9423401" cy="3386664"/>
        </p:xfrm>
        <a:graphic>
          <a:graphicData uri="http://schemas.openxmlformats.org/drawingml/2006/table">
            <a:tbl>
              <a:tblPr firstRow="1" bandRow="1">
                <a:tableStyleId>{69CF1AB2-1976-4502-BF36-3FF5EA218861}</a:tableStyleId>
              </a:tblPr>
              <a:tblGrid>
                <a:gridCol w="1789655">
                  <a:extLst>
                    <a:ext uri="{9D8B030D-6E8A-4147-A177-3AD203B41FA5}">
                      <a16:colId xmlns:a16="http://schemas.microsoft.com/office/drawing/2014/main" val="1868828788"/>
                    </a:ext>
                  </a:extLst>
                </a:gridCol>
                <a:gridCol w="7633746">
                  <a:extLst>
                    <a:ext uri="{9D8B030D-6E8A-4147-A177-3AD203B41FA5}">
                      <a16:colId xmlns:a16="http://schemas.microsoft.com/office/drawing/2014/main" val="2953582580"/>
                    </a:ext>
                  </a:extLst>
                </a:gridCol>
              </a:tblGrid>
              <a:tr h="423333">
                <a:tc>
                  <a:txBody>
                    <a:bodyPr/>
                    <a:lstStyle/>
                    <a:p>
                      <a:pPr algn="ctr"/>
                      <a:r>
                        <a:rPr lang="en-US" sz="1800" b="1" dirty="0"/>
                        <a:t>Week</a:t>
                      </a:r>
                    </a:p>
                  </a:txBody>
                  <a:tcPr/>
                </a:tc>
                <a:tc>
                  <a:txBody>
                    <a:bodyPr/>
                    <a:lstStyle/>
                    <a:p>
                      <a:pPr algn="ctr"/>
                      <a:r>
                        <a:rPr lang="en-US" sz="1800" b="1" dirty="0"/>
                        <a:t>  Topic</a:t>
                      </a:r>
                    </a:p>
                  </a:txBody>
                  <a:tcPr/>
                </a:tc>
                <a:extLst>
                  <a:ext uri="{0D108BD9-81ED-4DB2-BD59-A6C34878D82A}">
                    <a16:rowId xmlns:a16="http://schemas.microsoft.com/office/drawing/2014/main" val="1472587084"/>
                  </a:ext>
                </a:extLst>
              </a:tr>
              <a:tr h="423333">
                <a:tc>
                  <a:txBody>
                    <a:bodyPr/>
                    <a:lstStyle/>
                    <a:p>
                      <a:pPr algn="ctr"/>
                      <a:r>
                        <a:rPr lang="en-US" sz="1800" dirty="0"/>
                        <a:t>1</a:t>
                      </a:r>
                    </a:p>
                  </a:txBody>
                  <a:tcPr/>
                </a:tc>
                <a:tc>
                  <a:txBody>
                    <a:bodyPr/>
                    <a:lstStyle/>
                    <a:p>
                      <a:r>
                        <a:rPr lang="en-US" sz="1800" b="0" dirty="0"/>
                        <a:t>Overview on Data Structure</a:t>
                      </a:r>
                    </a:p>
                  </a:txBody>
                  <a:tcPr/>
                </a:tc>
                <a:extLst>
                  <a:ext uri="{0D108BD9-81ED-4DB2-BD59-A6C34878D82A}">
                    <a16:rowId xmlns:a16="http://schemas.microsoft.com/office/drawing/2014/main" val="3851151818"/>
                  </a:ext>
                </a:extLst>
              </a:tr>
              <a:tr h="423333">
                <a:tc>
                  <a:txBody>
                    <a:bodyPr/>
                    <a:lstStyle/>
                    <a:p>
                      <a:pPr algn="ctr"/>
                      <a:r>
                        <a:rPr lang="en-US" sz="1800" dirty="0"/>
                        <a:t>2 - 5</a:t>
                      </a:r>
                    </a:p>
                  </a:txBody>
                  <a:tcPr/>
                </a:tc>
                <a:tc>
                  <a:txBody>
                    <a:bodyPr/>
                    <a:lstStyle/>
                    <a:p>
                      <a:r>
                        <a:rPr lang="en-US" sz="1800" b="0" dirty="0"/>
                        <a:t>Fundamental Concept of Programming &amp; Arrays</a:t>
                      </a:r>
                    </a:p>
                  </a:txBody>
                  <a:tcPr/>
                </a:tc>
                <a:extLst>
                  <a:ext uri="{0D108BD9-81ED-4DB2-BD59-A6C34878D82A}">
                    <a16:rowId xmlns:a16="http://schemas.microsoft.com/office/drawing/2014/main" val="2566929365"/>
                  </a:ext>
                </a:extLst>
              </a:tr>
              <a:tr h="423333">
                <a:tc>
                  <a:txBody>
                    <a:bodyPr/>
                    <a:lstStyle/>
                    <a:p>
                      <a:pPr algn="ctr"/>
                      <a:r>
                        <a:rPr lang="en-US" sz="1800" dirty="0"/>
                        <a:t>6 - 8</a:t>
                      </a:r>
                    </a:p>
                  </a:txBody>
                  <a:tcPr/>
                </a:tc>
                <a:tc>
                  <a:txBody>
                    <a:bodyPr/>
                    <a:lstStyle/>
                    <a:p>
                      <a:r>
                        <a:rPr lang="en-US" sz="1800" b="0" dirty="0"/>
                        <a:t>Linked Lists</a:t>
                      </a:r>
                    </a:p>
                  </a:txBody>
                  <a:tcPr/>
                </a:tc>
                <a:extLst>
                  <a:ext uri="{0D108BD9-81ED-4DB2-BD59-A6C34878D82A}">
                    <a16:rowId xmlns:a16="http://schemas.microsoft.com/office/drawing/2014/main" val="1459025982"/>
                  </a:ext>
                </a:extLst>
              </a:tr>
              <a:tr h="423333">
                <a:tc>
                  <a:txBody>
                    <a:bodyPr/>
                    <a:lstStyle/>
                    <a:p>
                      <a:pPr algn="ctr"/>
                      <a:r>
                        <a:rPr lang="en-US" sz="1800" dirty="0"/>
                        <a:t>9 - 10</a:t>
                      </a:r>
                    </a:p>
                  </a:txBody>
                  <a:tcPr/>
                </a:tc>
                <a:tc>
                  <a:txBody>
                    <a:bodyPr/>
                    <a:lstStyle/>
                    <a:p>
                      <a:r>
                        <a:rPr lang="en-US" sz="1800" b="0" dirty="0"/>
                        <a:t>Stacks</a:t>
                      </a:r>
                    </a:p>
                  </a:txBody>
                  <a:tcPr/>
                </a:tc>
                <a:extLst>
                  <a:ext uri="{0D108BD9-81ED-4DB2-BD59-A6C34878D82A}">
                    <a16:rowId xmlns:a16="http://schemas.microsoft.com/office/drawing/2014/main" val="1250068599"/>
                  </a:ext>
                </a:extLst>
              </a:tr>
              <a:tr h="423333">
                <a:tc>
                  <a:txBody>
                    <a:bodyPr/>
                    <a:lstStyle/>
                    <a:p>
                      <a:pPr algn="ctr"/>
                      <a:r>
                        <a:rPr lang="en-US" sz="1800" dirty="0"/>
                        <a:t>10</a:t>
                      </a:r>
                    </a:p>
                  </a:txBody>
                  <a:tcPr/>
                </a:tc>
                <a:tc>
                  <a:txBody>
                    <a:bodyPr/>
                    <a:lstStyle/>
                    <a:p>
                      <a:r>
                        <a:rPr lang="en-US" sz="1800" b="0" dirty="0"/>
                        <a:t>Queues</a:t>
                      </a:r>
                    </a:p>
                  </a:txBody>
                  <a:tcPr/>
                </a:tc>
                <a:extLst>
                  <a:ext uri="{0D108BD9-81ED-4DB2-BD59-A6C34878D82A}">
                    <a16:rowId xmlns:a16="http://schemas.microsoft.com/office/drawing/2014/main" val="1274214383"/>
                  </a:ext>
                </a:extLst>
              </a:tr>
              <a:tr h="423333">
                <a:tc>
                  <a:txBody>
                    <a:bodyPr/>
                    <a:lstStyle/>
                    <a:p>
                      <a:pPr algn="ctr"/>
                      <a:r>
                        <a:rPr lang="en-US" sz="1800" dirty="0"/>
                        <a:t>11 - 12</a:t>
                      </a:r>
                    </a:p>
                  </a:txBody>
                  <a:tcPr/>
                </a:tc>
                <a:tc>
                  <a:txBody>
                    <a:bodyPr/>
                    <a:lstStyle/>
                    <a:p>
                      <a:r>
                        <a:rPr lang="en-US" sz="1800" b="0" dirty="0"/>
                        <a:t>Trees</a:t>
                      </a:r>
                    </a:p>
                  </a:txBody>
                  <a:tcPr/>
                </a:tc>
                <a:extLst>
                  <a:ext uri="{0D108BD9-81ED-4DB2-BD59-A6C34878D82A}">
                    <a16:rowId xmlns:a16="http://schemas.microsoft.com/office/drawing/2014/main" val="3364107257"/>
                  </a:ext>
                </a:extLst>
              </a:tr>
              <a:tr h="423333">
                <a:tc>
                  <a:txBody>
                    <a:bodyPr/>
                    <a:lstStyle/>
                    <a:p>
                      <a:pPr algn="ctr"/>
                      <a:r>
                        <a:rPr lang="en-US" sz="1800" dirty="0"/>
                        <a:t>13 - 14</a:t>
                      </a:r>
                    </a:p>
                  </a:txBody>
                  <a:tcPr/>
                </a:tc>
                <a:tc>
                  <a:txBody>
                    <a:bodyPr/>
                    <a:lstStyle/>
                    <a:p>
                      <a:r>
                        <a:rPr lang="en-US" sz="1800" b="0" dirty="0"/>
                        <a:t>Graphs</a:t>
                      </a:r>
                    </a:p>
                  </a:txBody>
                  <a:tcPr/>
                </a:tc>
                <a:extLst>
                  <a:ext uri="{0D108BD9-81ED-4DB2-BD59-A6C34878D82A}">
                    <a16:rowId xmlns:a16="http://schemas.microsoft.com/office/drawing/2014/main" val="257835595"/>
                  </a:ext>
                </a:extLst>
              </a:tr>
            </a:tbl>
          </a:graphicData>
        </a:graphic>
      </p:graphicFrame>
    </p:spTree>
    <p:extLst>
      <p:ext uri="{BB962C8B-B14F-4D97-AF65-F5344CB8AC3E}">
        <p14:creationId xmlns:p14="http://schemas.microsoft.com/office/powerpoint/2010/main" val="66642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5E70B-5188-497B-8979-E8941E593CB1}"/>
              </a:ext>
            </a:extLst>
          </p:cNvPr>
          <p:cNvSpPr>
            <a:spLocks noGrp="1"/>
          </p:cNvSpPr>
          <p:nvPr>
            <p:ph type="title"/>
          </p:nvPr>
        </p:nvSpPr>
        <p:spPr/>
        <p:txBody>
          <a:bodyPr/>
          <a:lstStyle/>
          <a:p>
            <a:pPr algn="l"/>
            <a:r>
              <a:rPr lang="en-US" dirty="0"/>
              <a:t>Assessment Summary </a:t>
            </a:r>
            <a:r>
              <a:rPr lang="en-US" sz="1600" b="0" dirty="0"/>
              <a:t>(refer to module handbook and module descriptor)</a:t>
            </a:r>
            <a:endParaRPr lang="en-US" sz="1600" b="0" dirty="0">
              <a:solidFill>
                <a:schemeClr val="tx1"/>
              </a:solidFill>
            </a:endParaRPr>
          </a:p>
        </p:txBody>
      </p:sp>
      <p:graphicFrame>
        <p:nvGraphicFramePr>
          <p:cNvPr id="3" name="Table 5">
            <a:extLst>
              <a:ext uri="{FF2B5EF4-FFF2-40B4-BE49-F238E27FC236}">
                <a16:creationId xmlns:a16="http://schemas.microsoft.com/office/drawing/2014/main" id="{AFC6D34B-AB80-30A7-A0A7-9FB740024C31}"/>
              </a:ext>
            </a:extLst>
          </p:cNvPr>
          <p:cNvGraphicFramePr>
            <a:graphicFrameLocks/>
          </p:cNvGraphicFramePr>
          <p:nvPr>
            <p:extLst>
              <p:ext uri="{D42A27DB-BD31-4B8C-83A1-F6EECF244321}">
                <p14:modId xmlns:p14="http://schemas.microsoft.com/office/powerpoint/2010/main" val="646016440"/>
              </p:ext>
            </p:extLst>
          </p:nvPr>
        </p:nvGraphicFramePr>
        <p:xfrm>
          <a:off x="655981" y="1619594"/>
          <a:ext cx="10853531" cy="3041758"/>
        </p:xfrm>
        <a:graphic>
          <a:graphicData uri="http://schemas.openxmlformats.org/drawingml/2006/table">
            <a:tbl>
              <a:tblPr firstRow="1" bandRow="1">
                <a:tableStyleId>{5C22544A-7EE6-4342-B048-85BDC9FD1C3A}</a:tableStyleId>
              </a:tblPr>
              <a:tblGrid>
                <a:gridCol w="1803782">
                  <a:extLst>
                    <a:ext uri="{9D8B030D-6E8A-4147-A177-3AD203B41FA5}">
                      <a16:colId xmlns:a16="http://schemas.microsoft.com/office/drawing/2014/main" val="1846161328"/>
                    </a:ext>
                  </a:extLst>
                </a:gridCol>
                <a:gridCol w="3376313">
                  <a:extLst>
                    <a:ext uri="{9D8B030D-6E8A-4147-A177-3AD203B41FA5}">
                      <a16:colId xmlns:a16="http://schemas.microsoft.com/office/drawing/2014/main" val="2087886779"/>
                    </a:ext>
                  </a:extLst>
                </a:gridCol>
                <a:gridCol w="2158373">
                  <a:extLst>
                    <a:ext uri="{9D8B030D-6E8A-4147-A177-3AD203B41FA5}">
                      <a16:colId xmlns:a16="http://schemas.microsoft.com/office/drawing/2014/main" val="1357420943"/>
                    </a:ext>
                  </a:extLst>
                </a:gridCol>
                <a:gridCol w="2312542">
                  <a:extLst>
                    <a:ext uri="{9D8B030D-6E8A-4147-A177-3AD203B41FA5}">
                      <a16:colId xmlns:a16="http://schemas.microsoft.com/office/drawing/2014/main" val="4063211600"/>
                    </a:ext>
                  </a:extLst>
                </a:gridCol>
                <a:gridCol w="1202521">
                  <a:extLst>
                    <a:ext uri="{9D8B030D-6E8A-4147-A177-3AD203B41FA5}">
                      <a16:colId xmlns:a16="http://schemas.microsoft.com/office/drawing/2014/main" val="3356874189"/>
                    </a:ext>
                  </a:extLst>
                </a:gridCol>
              </a:tblGrid>
              <a:tr h="675946">
                <a:tc>
                  <a:txBody>
                    <a:bodyPr/>
                    <a:lstStyle/>
                    <a:p>
                      <a:pPr algn="ctr"/>
                      <a:r>
                        <a:rPr lang="en-US" sz="1800" dirty="0">
                          <a:solidFill>
                            <a:schemeClr val="tx1"/>
                          </a:solidFill>
                        </a:rPr>
                        <a:t>Form of Assessment</a:t>
                      </a:r>
                    </a:p>
                  </a:txBody>
                  <a:tcPr/>
                </a:tc>
                <a:tc>
                  <a:txBody>
                    <a:bodyPr/>
                    <a:lstStyle/>
                    <a:p>
                      <a:pPr algn="ctr"/>
                      <a:r>
                        <a:rPr lang="en-US" sz="1800" dirty="0">
                          <a:solidFill>
                            <a:schemeClr val="tx1"/>
                          </a:solidFill>
                        </a:rPr>
                        <a:t>Assessment Methods</a:t>
                      </a:r>
                    </a:p>
                  </a:txBody>
                  <a:tcPr/>
                </a:tc>
                <a:tc>
                  <a:txBody>
                    <a:bodyPr/>
                    <a:lstStyle/>
                    <a:p>
                      <a:pPr algn="ctr"/>
                      <a:r>
                        <a:rPr lang="en-US" sz="1800" dirty="0">
                          <a:solidFill>
                            <a:schemeClr val="tx1"/>
                          </a:solidFill>
                        </a:rPr>
                        <a:t>Hand Out Date</a:t>
                      </a:r>
                    </a:p>
                  </a:txBody>
                  <a:tcPr/>
                </a:tc>
                <a:tc>
                  <a:txBody>
                    <a:bodyPr/>
                    <a:lstStyle/>
                    <a:p>
                      <a:pPr algn="ctr"/>
                      <a:r>
                        <a:rPr lang="en-US" sz="1800" dirty="0">
                          <a:solidFill>
                            <a:schemeClr val="tx1"/>
                          </a:solidFill>
                        </a:rPr>
                        <a:t>Hand In Date</a:t>
                      </a:r>
                    </a:p>
                  </a:txBody>
                  <a:tcPr/>
                </a:tc>
                <a:tc>
                  <a:txBody>
                    <a:bodyPr/>
                    <a:lstStyle/>
                    <a:p>
                      <a:pPr algn="ctr"/>
                      <a:r>
                        <a:rPr lang="en-US" sz="1800" dirty="0">
                          <a:solidFill>
                            <a:schemeClr val="tx1"/>
                          </a:solidFill>
                        </a:rPr>
                        <a:t>%</a:t>
                      </a:r>
                    </a:p>
                  </a:txBody>
                  <a:tcPr/>
                </a:tc>
                <a:extLst>
                  <a:ext uri="{0D108BD9-81ED-4DB2-BD59-A6C34878D82A}">
                    <a16:rowId xmlns:a16="http://schemas.microsoft.com/office/drawing/2014/main" val="3466148105"/>
                  </a:ext>
                </a:extLst>
              </a:tr>
              <a:tr h="788604">
                <a:tc rowSpan="2">
                  <a:txBody>
                    <a:bodyPr/>
                    <a:lstStyle/>
                    <a:p>
                      <a:pPr algn="ctr"/>
                      <a:r>
                        <a:rPr lang="en-US" sz="1600" dirty="0">
                          <a:solidFill>
                            <a:schemeClr val="tx1"/>
                          </a:solidFill>
                        </a:rPr>
                        <a:t>Continuous Assessment</a:t>
                      </a:r>
                    </a:p>
                  </a:txBody>
                  <a:tcPr/>
                </a:tc>
                <a:tc>
                  <a:txBody>
                    <a:bodyPr/>
                    <a:lstStyle/>
                    <a:p>
                      <a:r>
                        <a:rPr lang="en-US" sz="1600" i="0" dirty="0">
                          <a:solidFill>
                            <a:schemeClr val="tx1"/>
                          </a:solidFill>
                        </a:rPr>
                        <a:t>Lab Evaluation Works</a:t>
                      </a:r>
                    </a:p>
                  </a:txBody>
                  <a:tcPr/>
                </a:tc>
                <a:tc>
                  <a:txBody>
                    <a:bodyPr/>
                    <a:lstStyle/>
                    <a:p>
                      <a:r>
                        <a:rPr lang="en-US" sz="1600" i="0" dirty="0">
                          <a:solidFill>
                            <a:schemeClr val="tx1"/>
                          </a:solidFill>
                        </a:rPr>
                        <a:t>7</a:t>
                      </a:r>
                      <a:r>
                        <a:rPr lang="en-US" sz="1600" i="0" baseline="30000" dirty="0">
                          <a:solidFill>
                            <a:schemeClr val="tx1"/>
                          </a:solidFill>
                        </a:rPr>
                        <a:t>th</a:t>
                      </a:r>
                      <a:r>
                        <a:rPr lang="en-US" sz="1600" i="0" dirty="0">
                          <a:solidFill>
                            <a:schemeClr val="tx1"/>
                          </a:solidFill>
                        </a:rPr>
                        <a:t> week</a:t>
                      </a:r>
                    </a:p>
                  </a:txBody>
                  <a:tcPr/>
                </a:tc>
                <a:tc>
                  <a:txBody>
                    <a:bodyPr/>
                    <a:lstStyle/>
                    <a:p>
                      <a:r>
                        <a:rPr lang="en-US" sz="1600" i="0" dirty="0">
                          <a:solidFill>
                            <a:schemeClr val="tx1"/>
                          </a:solidFill>
                        </a:rPr>
                        <a:t>14</a:t>
                      </a:r>
                      <a:r>
                        <a:rPr lang="en-US" sz="1600" i="0" baseline="30000" dirty="0">
                          <a:solidFill>
                            <a:schemeClr val="tx1"/>
                          </a:solidFill>
                        </a:rPr>
                        <a:t>th</a:t>
                      </a:r>
                      <a:r>
                        <a:rPr lang="en-US" sz="1600" i="0" dirty="0">
                          <a:solidFill>
                            <a:schemeClr val="tx1"/>
                          </a:solidFill>
                        </a:rPr>
                        <a:t> week</a:t>
                      </a:r>
                    </a:p>
                  </a:txBody>
                  <a:tcPr/>
                </a:tc>
                <a:tc>
                  <a:txBody>
                    <a:bodyPr/>
                    <a:lstStyle/>
                    <a:p>
                      <a:r>
                        <a:rPr lang="en-US" sz="1600" i="0" dirty="0">
                          <a:solidFill>
                            <a:schemeClr val="tx1"/>
                          </a:solidFill>
                        </a:rPr>
                        <a:t>45%</a:t>
                      </a:r>
                    </a:p>
                  </a:txBody>
                  <a:tcPr/>
                </a:tc>
                <a:extLst>
                  <a:ext uri="{0D108BD9-81ED-4DB2-BD59-A6C34878D82A}">
                    <a16:rowId xmlns:a16="http://schemas.microsoft.com/office/drawing/2014/main" val="3164044777"/>
                  </a:ext>
                </a:extLst>
              </a:tr>
              <a:tr h="788604">
                <a:tc vMerge="1">
                  <a:txBody>
                    <a:bodyPr/>
                    <a:lstStyle/>
                    <a:p>
                      <a:pPr algn="ctr"/>
                      <a:endParaRPr lang="en-US" sz="1500" dirty="0">
                        <a:solidFill>
                          <a:schemeClr val="tx1"/>
                        </a:solidFill>
                      </a:endParaRPr>
                    </a:p>
                  </a:txBody>
                  <a:tcPr/>
                </a:tc>
                <a:tc>
                  <a:txBody>
                    <a:bodyPr/>
                    <a:lstStyle/>
                    <a:p>
                      <a:r>
                        <a:rPr lang="en-US" sz="1600" i="0" dirty="0">
                          <a:solidFill>
                            <a:schemeClr val="tx1"/>
                          </a:solidFill>
                        </a:rPr>
                        <a:t>Assignment – Solution</a:t>
                      </a:r>
                      <a:br>
                        <a:rPr lang="en-US" sz="1600" i="0" dirty="0">
                          <a:solidFill>
                            <a:schemeClr val="tx1"/>
                          </a:solidFill>
                        </a:rPr>
                      </a:br>
                      <a:r>
                        <a:rPr lang="en-US" sz="1600" i="0" dirty="0">
                          <a:solidFill>
                            <a:schemeClr val="tx1"/>
                          </a:solidFill>
                        </a:rPr>
                        <a:t>(Report type submission)</a:t>
                      </a:r>
                    </a:p>
                  </a:txBody>
                  <a:tcPr/>
                </a:tc>
                <a:tc>
                  <a:txBody>
                    <a:bodyPr/>
                    <a:lstStyle/>
                    <a:p>
                      <a:r>
                        <a:rPr lang="en-US" sz="1600" i="0" dirty="0">
                          <a:solidFill>
                            <a:schemeClr val="tx1"/>
                          </a:solidFill>
                        </a:rPr>
                        <a:t>7</a:t>
                      </a:r>
                      <a:r>
                        <a:rPr lang="en-US" sz="1600" i="0" baseline="30000" dirty="0">
                          <a:solidFill>
                            <a:schemeClr val="tx1"/>
                          </a:solidFill>
                        </a:rPr>
                        <a:t>th</a:t>
                      </a:r>
                      <a:r>
                        <a:rPr lang="en-US" sz="1600" i="0" dirty="0">
                          <a:solidFill>
                            <a:schemeClr val="tx1"/>
                          </a:solidFill>
                        </a:rPr>
                        <a:t> week</a:t>
                      </a:r>
                    </a:p>
                  </a:txBody>
                  <a:tcPr/>
                </a:tc>
                <a:tc>
                  <a:txBody>
                    <a:bodyPr/>
                    <a:lstStyle/>
                    <a:p>
                      <a:r>
                        <a:rPr lang="en-US" sz="1600" i="0" dirty="0">
                          <a:solidFill>
                            <a:schemeClr val="tx1"/>
                          </a:solidFill>
                        </a:rPr>
                        <a:t>9</a:t>
                      </a:r>
                      <a:r>
                        <a:rPr lang="en-US" sz="1600" i="0" baseline="30000" dirty="0">
                          <a:solidFill>
                            <a:schemeClr val="tx1"/>
                          </a:solidFill>
                        </a:rPr>
                        <a:t>th</a:t>
                      </a:r>
                      <a:r>
                        <a:rPr lang="en-US" sz="1600" i="0" dirty="0">
                          <a:solidFill>
                            <a:schemeClr val="tx1"/>
                          </a:solidFill>
                        </a:rPr>
                        <a:t> week</a:t>
                      </a:r>
                    </a:p>
                  </a:txBody>
                  <a:tcPr/>
                </a:tc>
                <a:tc>
                  <a:txBody>
                    <a:bodyPr/>
                    <a:lstStyle/>
                    <a:p>
                      <a:r>
                        <a:rPr lang="en-US" sz="1600" i="0" dirty="0">
                          <a:solidFill>
                            <a:schemeClr val="tx1"/>
                          </a:solidFill>
                        </a:rPr>
                        <a:t>15%</a:t>
                      </a:r>
                    </a:p>
                  </a:txBody>
                  <a:tcPr/>
                </a:tc>
                <a:extLst>
                  <a:ext uri="{0D108BD9-81ED-4DB2-BD59-A6C34878D82A}">
                    <a16:rowId xmlns:a16="http://schemas.microsoft.com/office/drawing/2014/main" val="1861593764"/>
                  </a:ext>
                </a:extLst>
              </a:tr>
              <a:tr h="788604">
                <a:tc>
                  <a:txBody>
                    <a:bodyPr/>
                    <a:lstStyle/>
                    <a:p>
                      <a:pPr algn="ctr"/>
                      <a:r>
                        <a:rPr lang="en-US" sz="1600" dirty="0">
                          <a:solidFill>
                            <a:schemeClr val="tx1"/>
                          </a:solidFill>
                        </a:rPr>
                        <a:t>Final Assessment</a:t>
                      </a:r>
                    </a:p>
                  </a:txBody>
                  <a:tcPr/>
                </a:tc>
                <a:tc>
                  <a:txBody>
                    <a:bodyPr/>
                    <a:lstStyle/>
                    <a:p>
                      <a:r>
                        <a:rPr lang="en-US" sz="1600" i="0" dirty="0">
                          <a:solidFill>
                            <a:schemeClr val="tx1"/>
                          </a:solidFill>
                        </a:rPr>
                        <a:t>Final Exam</a:t>
                      </a:r>
                    </a:p>
                  </a:txBody>
                  <a:tcPr/>
                </a:tc>
                <a:tc>
                  <a:txBody>
                    <a:bodyPr/>
                    <a:lstStyle/>
                    <a:p>
                      <a:r>
                        <a:rPr lang="en-US" sz="1600" i="0" dirty="0">
                          <a:solidFill>
                            <a:schemeClr val="tx1"/>
                          </a:solidFill>
                        </a:rPr>
                        <a:t>16</a:t>
                      </a:r>
                      <a:r>
                        <a:rPr lang="en-US" sz="1600" i="0" baseline="30000" dirty="0">
                          <a:solidFill>
                            <a:schemeClr val="tx1"/>
                          </a:solidFill>
                        </a:rPr>
                        <a:t>th</a:t>
                      </a:r>
                      <a:r>
                        <a:rPr lang="en-US" sz="1600" i="0" dirty="0">
                          <a:solidFill>
                            <a:schemeClr val="tx1"/>
                          </a:solidFill>
                        </a:rPr>
                        <a:t> week</a:t>
                      </a:r>
                    </a:p>
                    <a:p>
                      <a:r>
                        <a:rPr lang="en-US" sz="1600" i="0" dirty="0">
                          <a:solidFill>
                            <a:schemeClr val="tx1"/>
                          </a:solidFill>
                        </a:rPr>
                        <a:t>(Exam Weeks)</a:t>
                      </a:r>
                    </a:p>
                  </a:txBody>
                  <a:tcPr/>
                </a:tc>
                <a:tc>
                  <a:txBody>
                    <a:bodyPr/>
                    <a:lstStyle/>
                    <a:p>
                      <a:r>
                        <a:rPr lang="en-US" sz="1600" i="0" dirty="0">
                          <a:solidFill>
                            <a:schemeClr val="tx1"/>
                          </a:solidFill>
                        </a:rPr>
                        <a:t>17</a:t>
                      </a:r>
                      <a:r>
                        <a:rPr lang="en-US" sz="1600" i="0" baseline="30000" dirty="0">
                          <a:solidFill>
                            <a:schemeClr val="tx1"/>
                          </a:solidFill>
                        </a:rPr>
                        <a:t>th</a:t>
                      </a:r>
                      <a:r>
                        <a:rPr lang="en-US" sz="1600" i="0" dirty="0">
                          <a:solidFill>
                            <a:schemeClr val="tx1"/>
                          </a:solidFill>
                        </a:rPr>
                        <a:t> week</a:t>
                      </a:r>
                    </a:p>
                  </a:txBody>
                  <a:tcPr/>
                </a:tc>
                <a:tc>
                  <a:txBody>
                    <a:bodyPr/>
                    <a:lstStyle/>
                    <a:p>
                      <a:r>
                        <a:rPr lang="en-US" sz="1600" i="0" dirty="0">
                          <a:solidFill>
                            <a:schemeClr val="tx1"/>
                          </a:solidFill>
                        </a:rPr>
                        <a:t>40%</a:t>
                      </a:r>
                    </a:p>
                  </a:txBody>
                  <a:tcPr/>
                </a:tc>
                <a:extLst>
                  <a:ext uri="{0D108BD9-81ED-4DB2-BD59-A6C34878D82A}">
                    <a16:rowId xmlns:a16="http://schemas.microsoft.com/office/drawing/2014/main" val="175930692"/>
                  </a:ext>
                </a:extLst>
              </a:tr>
            </a:tbl>
          </a:graphicData>
        </a:graphic>
      </p:graphicFrame>
      <p:sp>
        <p:nvSpPr>
          <p:cNvPr id="4" name="Text Placeholder 5">
            <a:extLst>
              <a:ext uri="{FF2B5EF4-FFF2-40B4-BE49-F238E27FC236}">
                <a16:creationId xmlns:a16="http://schemas.microsoft.com/office/drawing/2014/main" id="{211E0FED-97B5-A25C-E899-766C2F1B9F6C}"/>
              </a:ext>
            </a:extLst>
          </p:cNvPr>
          <p:cNvSpPr txBox="1">
            <a:spLocks/>
          </p:cNvSpPr>
          <p:nvPr/>
        </p:nvSpPr>
        <p:spPr>
          <a:xfrm>
            <a:off x="467651" y="5143983"/>
            <a:ext cx="11724349" cy="1043609"/>
          </a:xfrm>
          <a:prstGeom prst="rect">
            <a:avLst/>
          </a:prstGeom>
        </p:spPr>
        <p:txBody>
          <a:bodyPr/>
          <a:lstStyle>
            <a:lvl1pPr marL="342900" indent="-342900" algn="l" rtl="0" eaLnBrk="0" fontAlgn="base" hangingPunct="0">
              <a:spcBef>
                <a:spcPct val="20000"/>
              </a:spcBef>
              <a:spcAft>
                <a:spcPct val="0"/>
              </a:spcAft>
              <a:buChar char="•"/>
              <a:defRPr sz="2500">
                <a:solidFill>
                  <a:schemeClr val="tx1"/>
                </a:solidFill>
                <a:latin typeface="+mj-lt"/>
                <a:ea typeface="+mn-ea"/>
                <a:cs typeface="Calibri" panose="020F0502020204030204" pitchFamily="34" charset="0"/>
              </a:defRPr>
            </a:lvl1pPr>
            <a:lvl2pPr marL="742950" indent="-285750" algn="l" rtl="0" eaLnBrk="0" fontAlgn="base" hangingPunct="0">
              <a:spcBef>
                <a:spcPct val="20000"/>
              </a:spcBef>
              <a:spcAft>
                <a:spcPct val="0"/>
              </a:spcAft>
              <a:buChar char="–"/>
              <a:defRPr sz="2000">
                <a:solidFill>
                  <a:schemeClr val="tx1"/>
                </a:solidFill>
                <a:latin typeface="+mj-lt"/>
                <a:cs typeface="Calibri" panose="020F0502020204030204" pitchFamily="34" charset="0"/>
              </a:defRPr>
            </a:lvl2pPr>
            <a:lvl3pPr marL="1143000" indent="-228600" algn="l" rtl="0" eaLnBrk="0" fontAlgn="base" hangingPunct="0">
              <a:spcBef>
                <a:spcPct val="20000"/>
              </a:spcBef>
              <a:spcAft>
                <a:spcPct val="0"/>
              </a:spcAft>
              <a:buChar char="•"/>
              <a:defRPr sz="1800">
                <a:solidFill>
                  <a:schemeClr val="tx1"/>
                </a:solidFill>
                <a:latin typeface="+mj-lt"/>
                <a:cs typeface="Calibri" panose="020F0502020204030204" pitchFamily="34" charset="0"/>
              </a:defRPr>
            </a:lvl3pPr>
            <a:lvl4pPr marL="1600200" indent="-228600" algn="l" rtl="0" eaLnBrk="0" fontAlgn="base" hangingPunct="0">
              <a:spcBef>
                <a:spcPct val="20000"/>
              </a:spcBef>
              <a:spcAft>
                <a:spcPct val="0"/>
              </a:spcAft>
              <a:buChar char="–"/>
              <a:defRPr sz="1500">
                <a:solidFill>
                  <a:schemeClr val="tx1"/>
                </a:solidFill>
                <a:latin typeface="+mj-lt"/>
                <a:cs typeface="Calibri" panose="020F0502020204030204" pitchFamily="34" charset="0"/>
              </a:defRPr>
            </a:lvl4pPr>
            <a:lvl5pPr marL="2057400" indent="-228600" algn="l" rtl="0" eaLnBrk="0" fontAlgn="base" hangingPunct="0">
              <a:spcBef>
                <a:spcPct val="20000"/>
              </a:spcBef>
              <a:spcAft>
                <a:spcPct val="0"/>
              </a:spcAft>
              <a:buChar char="»"/>
              <a:defRPr sz="1200">
                <a:solidFill>
                  <a:schemeClr val="tx1"/>
                </a:solidFill>
                <a:latin typeface="+mj-lt"/>
                <a:cs typeface="Calibri" panose="020F0502020204030204"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buNone/>
            </a:pPr>
            <a:r>
              <a:rPr lang="en-US" sz="1800" b="1" kern="0" dirty="0"/>
              <a:t>Assessment requirement</a:t>
            </a:r>
            <a:r>
              <a:rPr lang="en-US" sz="1800" kern="0" dirty="0"/>
              <a:t>: </a:t>
            </a:r>
            <a:r>
              <a:rPr lang="en-US" sz="1400" kern="0" dirty="0"/>
              <a:t>Include any specific requirement to pass the module (refer to module handbook for the information), such as:</a:t>
            </a:r>
          </a:p>
          <a:p>
            <a:pPr marL="285750" indent="-285750">
              <a:buFont typeface="Arial" panose="020B0604020202020204" pitchFamily="34" charset="0"/>
              <a:buChar char="•"/>
            </a:pPr>
            <a:r>
              <a:rPr lang="en-US" sz="1600" kern="0" dirty="0"/>
              <a:t>To pass the module, you must attempt every element of assessment and achieve at least 50% in the module overall.</a:t>
            </a:r>
          </a:p>
        </p:txBody>
      </p:sp>
    </p:spTree>
    <p:extLst>
      <p:ext uri="{BB962C8B-B14F-4D97-AF65-F5344CB8AC3E}">
        <p14:creationId xmlns:p14="http://schemas.microsoft.com/office/powerpoint/2010/main" val="145033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23800F-3959-4763-A13D-4CDB8B3E26B0}"/>
              </a:ext>
            </a:extLst>
          </p:cNvPr>
          <p:cNvSpPr>
            <a:spLocks noGrp="1"/>
          </p:cNvSpPr>
          <p:nvPr>
            <p:ph idx="1"/>
          </p:nvPr>
        </p:nvSpPr>
        <p:spPr/>
        <p:txBody>
          <a:bodyPr/>
          <a:lstStyle/>
          <a:p>
            <a:pPr marL="457200" indent="-457200">
              <a:buFont typeface="+mj-lt"/>
              <a:buAutoNum type="arabicPeriod"/>
            </a:pPr>
            <a:r>
              <a:rPr lang="en-US" sz="2000" dirty="0"/>
              <a:t>Abide by ALL rules and regulations of APU.</a:t>
            </a:r>
          </a:p>
          <a:p>
            <a:pPr marL="457200" indent="-457200">
              <a:buFont typeface="+mj-lt"/>
              <a:buAutoNum type="arabicPeriod"/>
            </a:pPr>
            <a:r>
              <a:rPr lang="en-US" sz="2000" dirty="0"/>
              <a:t>Proper attire.</a:t>
            </a:r>
          </a:p>
          <a:p>
            <a:pPr marL="457200" indent="-457200">
              <a:buFont typeface="+mj-lt"/>
              <a:buAutoNum type="arabicPeriod"/>
            </a:pPr>
            <a:r>
              <a:rPr lang="en-US" sz="2000" dirty="0"/>
              <a:t>No speaking of dialects.</a:t>
            </a:r>
          </a:p>
          <a:p>
            <a:pPr marL="457200" indent="-457200">
              <a:buFont typeface="+mj-lt"/>
              <a:buAutoNum type="arabicPeriod"/>
            </a:pPr>
            <a:r>
              <a:rPr lang="en-US" sz="2000" dirty="0"/>
              <a:t>Attendance is compulsory. Valid Medical Certs must be supported in any absence from class.</a:t>
            </a:r>
          </a:p>
          <a:p>
            <a:pPr marL="457200" indent="-457200">
              <a:buFont typeface="+mj-lt"/>
              <a:buAutoNum type="arabicPeriod"/>
            </a:pPr>
            <a:r>
              <a:rPr lang="en-US" sz="2000" dirty="0"/>
              <a:t>Three cases of Late will be equal to 1 absence.</a:t>
            </a:r>
          </a:p>
          <a:p>
            <a:pPr marL="457200" indent="-457200">
              <a:buFont typeface="+mj-lt"/>
              <a:buAutoNum type="arabicPeriod"/>
            </a:pPr>
            <a:r>
              <a:rPr lang="en-US" sz="2000" dirty="0"/>
              <a:t>Use proper academic references – APA Referencing only.</a:t>
            </a:r>
          </a:p>
          <a:p>
            <a:pPr marL="457200" indent="-457200">
              <a:buFont typeface="+mj-lt"/>
              <a:buAutoNum type="arabicPeriod"/>
            </a:pPr>
            <a:r>
              <a:rPr lang="en-US" sz="2000" dirty="0"/>
              <a:t>Academic Dishonesty / Plagiarism is a serious offence. Any suspicions will be referred to the University’s Academic Dishonesty Board.</a:t>
            </a:r>
          </a:p>
          <a:p>
            <a:pPr marL="457200" indent="-457200">
              <a:buFont typeface="+mj-lt"/>
              <a:buAutoNum type="arabicPeriod"/>
            </a:pPr>
            <a:r>
              <a:rPr lang="en-US" sz="2000" dirty="0"/>
              <a:t>Formal assessments must be submitted on time in the specified format given. Failure to meet deadlines will be treated as non-submission and no marks will be awarded. Incomplete submissions will be subjected to penalty of mark deductions or forfeit. </a:t>
            </a:r>
          </a:p>
          <a:p>
            <a:pPr marL="0" indent="0">
              <a:buNone/>
            </a:pPr>
            <a:r>
              <a:rPr lang="en-US" dirty="0"/>
              <a:t> </a:t>
            </a:r>
          </a:p>
        </p:txBody>
      </p:sp>
      <p:sp>
        <p:nvSpPr>
          <p:cNvPr id="2" name="Title 1">
            <a:extLst>
              <a:ext uri="{FF2B5EF4-FFF2-40B4-BE49-F238E27FC236}">
                <a16:creationId xmlns:a16="http://schemas.microsoft.com/office/drawing/2014/main" id="{F124AD63-D1AB-41A7-BE88-5AF2D9ABCD00}"/>
              </a:ext>
            </a:extLst>
          </p:cNvPr>
          <p:cNvSpPr>
            <a:spLocks noGrp="1"/>
          </p:cNvSpPr>
          <p:nvPr>
            <p:ph type="title"/>
          </p:nvPr>
        </p:nvSpPr>
        <p:spPr/>
        <p:txBody>
          <a:bodyPr/>
          <a:lstStyle/>
          <a:p>
            <a:pPr algn="l"/>
            <a:r>
              <a:rPr lang="en-US" dirty="0"/>
              <a:t>Expectations</a:t>
            </a:r>
          </a:p>
        </p:txBody>
      </p:sp>
    </p:spTree>
    <p:extLst>
      <p:ext uri="{BB962C8B-B14F-4D97-AF65-F5344CB8AC3E}">
        <p14:creationId xmlns:p14="http://schemas.microsoft.com/office/powerpoint/2010/main" val="4132582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EB53DC-0063-45EA-8A50-8DD93004512C}"/>
              </a:ext>
            </a:extLst>
          </p:cNvPr>
          <p:cNvSpPr>
            <a:spLocks noGrp="1"/>
          </p:cNvSpPr>
          <p:nvPr>
            <p:ph idx="1"/>
          </p:nvPr>
        </p:nvSpPr>
        <p:spPr>
          <a:xfrm>
            <a:off x="295352" y="1417638"/>
            <a:ext cx="11563626" cy="4525962"/>
          </a:xfrm>
        </p:spPr>
        <p:txBody>
          <a:bodyPr/>
          <a:lstStyle/>
          <a:p>
            <a:pPr algn="just"/>
            <a:r>
              <a:rPr lang="en-US" sz="2000" dirty="0"/>
              <a:t>All laboratory assessment work (also known as lab evaluation works) must be completed during lab sessions. After the lab session, the absentee will not be allowed to submit the assignment and he/she will receive 0 points for that lab assessment.</a:t>
            </a:r>
          </a:p>
          <a:p>
            <a:pPr algn="just"/>
            <a:endParaRPr lang="en-US" sz="2000" dirty="0"/>
          </a:p>
          <a:p>
            <a:pPr algn="just"/>
            <a:r>
              <a:rPr lang="en-US" sz="2000" dirty="0"/>
              <a:t>However, if the absentee holds a valid absence document, he/she can apply for Extenuating Circumstances (EC). The student will have the opportunity to resubmit to a lab course only if the Extenuating Circumstances (EC) request is approved.</a:t>
            </a:r>
          </a:p>
          <a:p>
            <a:endParaRPr lang="en-US" sz="2000" dirty="0"/>
          </a:p>
          <a:p>
            <a:pPr algn="just"/>
            <a:r>
              <a:rPr lang="en-US" sz="2000" dirty="0"/>
              <a:t>All laboratory assessment work is divided into group and individual components. The same group component score will be shared among all group members; however, individual components will receive different scores based on a member's single contribution to their answer. All group and individual scoring criteria will be clearly stated in the marking scheme later.</a:t>
            </a:r>
          </a:p>
        </p:txBody>
      </p:sp>
      <p:sp>
        <p:nvSpPr>
          <p:cNvPr id="2" name="Title 1">
            <a:extLst>
              <a:ext uri="{FF2B5EF4-FFF2-40B4-BE49-F238E27FC236}">
                <a16:creationId xmlns:a16="http://schemas.microsoft.com/office/drawing/2014/main" id="{25059CEA-035A-4FF7-ADD7-A469C9D191E4}"/>
              </a:ext>
            </a:extLst>
          </p:cNvPr>
          <p:cNvSpPr>
            <a:spLocks noGrp="1"/>
          </p:cNvSpPr>
          <p:nvPr>
            <p:ph type="title"/>
          </p:nvPr>
        </p:nvSpPr>
        <p:spPr/>
        <p:txBody>
          <a:bodyPr/>
          <a:lstStyle/>
          <a:p>
            <a:pPr algn="l"/>
            <a:r>
              <a:rPr lang="en-US" dirty="0"/>
              <a:t>Other Expectations</a:t>
            </a:r>
          </a:p>
        </p:txBody>
      </p:sp>
    </p:spTree>
    <p:extLst>
      <p:ext uri="{BB962C8B-B14F-4D97-AF65-F5344CB8AC3E}">
        <p14:creationId xmlns:p14="http://schemas.microsoft.com/office/powerpoint/2010/main" val="390813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2E7AF-5E75-41D6-A00E-7F3045F2E767}"/>
              </a:ext>
            </a:extLst>
          </p:cNvPr>
          <p:cNvSpPr>
            <a:spLocks noGrp="1"/>
          </p:cNvSpPr>
          <p:nvPr>
            <p:ph type="title"/>
          </p:nvPr>
        </p:nvSpPr>
        <p:spPr/>
        <p:txBody>
          <a:bodyPr/>
          <a:lstStyle/>
          <a:p>
            <a:pPr algn="l"/>
            <a:r>
              <a:rPr lang="en-US" dirty="0"/>
              <a:t>Achievement Requirements: </a:t>
            </a:r>
            <a:br>
              <a:rPr lang="en-US" dirty="0"/>
            </a:br>
            <a:r>
              <a:rPr lang="en-US" sz="2400" dirty="0"/>
              <a:t>Undergraduate (Diploma, Foundation, Degree)</a:t>
            </a:r>
          </a:p>
        </p:txBody>
      </p:sp>
      <p:graphicFrame>
        <p:nvGraphicFramePr>
          <p:cNvPr id="6" name="Content Placeholder 5">
            <a:extLst>
              <a:ext uri="{FF2B5EF4-FFF2-40B4-BE49-F238E27FC236}">
                <a16:creationId xmlns:a16="http://schemas.microsoft.com/office/drawing/2014/main" id="{AC624D12-DC4E-A266-E21C-EF28B128C2D4}"/>
              </a:ext>
            </a:extLst>
          </p:cNvPr>
          <p:cNvGraphicFramePr>
            <a:graphicFrameLocks noGrp="1"/>
          </p:cNvGraphicFramePr>
          <p:nvPr>
            <p:ph idx="1"/>
            <p:extLst>
              <p:ext uri="{D42A27DB-BD31-4B8C-83A1-F6EECF244321}">
                <p14:modId xmlns:p14="http://schemas.microsoft.com/office/powerpoint/2010/main" val="623066562"/>
              </p:ext>
            </p:extLst>
          </p:nvPr>
        </p:nvGraphicFramePr>
        <p:xfrm>
          <a:off x="715615" y="1417637"/>
          <a:ext cx="8715255" cy="4567195"/>
        </p:xfrm>
        <a:graphic>
          <a:graphicData uri="http://schemas.openxmlformats.org/drawingml/2006/table">
            <a:tbl>
              <a:tblPr firstRow="1" firstCol="1" bandRow="1">
                <a:tableStyleId>{5C22544A-7EE6-4342-B048-85BDC9FD1C3A}</a:tableStyleId>
              </a:tblPr>
              <a:tblGrid>
                <a:gridCol w="1634609">
                  <a:extLst>
                    <a:ext uri="{9D8B030D-6E8A-4147-A177-3AD203B41FA5}">
                      <a16:colId xmlns:a16="http://schemas.microsoft.com/office/drawing/2014/main" val="4114214510"/>
                    </a:ext>
                  </a:extLst>
                </a:gridCol>
                <a:gridCol w="2020662">
                  <a:extLst>
                    <a:ext uri="{9D8B030D-6E8A-4147-A177-3AD203B41FA5}">
                      <a16:colId xmlns:a16="http://schemas.microsoft.com/office/drawing/2014/main" val="2657263542"/>
                    </a:ext>
                  </a:extLst>
                </a:gridCol>
                <a:gridCol w="2418034">
                  <a:extLst>
                    <a:ext uri="{9D8B030D-6E8A-4147-A177-3AD203B41FA5}">
                      <a16:colId xmlns:a16="http://schemas.microsoft.com/office/drawing/2014/main" val="2509601944"/>
                    </a:ext>
                  </a:extLst>
                </a:gridCol>
                <a:gridCol w="2641950">
                  <a:extLst>
                    <a:ext uri="{9D8B030D-6E8A-4147-A177-3AD203B41FA5}">
                      <a16:colId xmlns:a16="http://schemas.microsoft.com/office/drawing/2014/main" val="3351196539"/>
                    </a:ext>
                  </a:extLst>
                </a:gridCol>
              </a:tblGrid>
              <a:tr h="377265">
                <a:tc>
                  <a:txBody>
                    <a:bodyPr/>
                    <a:lstStyle/>
                    <a:p>
                      <a:pPr marL="0" marR="0" algn="just">
                        <a:spcBef>
                          <a:spcPts val="0"/>
                        </a:spcBef>
                        <a:spcAft>
                          <a:spcPts val="0"/>
                        </a:spcAft>
                      </a:pPr>
                      <a:r>
                        <a:rPr lang="en-GB" sz="1800" dirty="0">
                          <a:solidFill>
                            <a:srgbClr val="0F1449"/>
                          </a:solidFill>
                          <a:effectLst/>
                        </a:rPr>
                        <a:t>Marks</a:t>
                      </a:r>
                      <a:endParaRPr lang="en-US" sz="1800" dirty="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dirty="0">
                          <a:solidFill>
                            <a:srgbClr val="0F1449"/>
                          </a:solidFill>
                          <a:effectLst/>
                        </a:rPr>
                        <a:t>Alphabetical Grade</a:t>
                      </a:r>
                      <a:endParaRPr lang="en-US" sz="1800" dirty="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a:solidFill>
                            <a:srgbClr val="0F1449"/>
                          </a:solidFill>
                          <a:effectLst/>
                        </a:rPr>
                        <a:t>Grading Point</a:t>
                      </a:r>
                      <a:endParaRPr lang="en-US" sz="180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dirty="0">
                          <a:solidFill>
                            <a:srgbClr val="0F1449"/>
                          </a:solidFill>
                          <a:effectLst/>
                        </a:rPr>
                        <a:t>Classification</a:t>
                      </a:r>
                    </a:p>
                  </a:txBody>
                  <a:tcPr marL="68580" marR="68580" marT="0" marB="0"/>
                </a:tc>
                <a:extLst>
                  <a:ext uri="{0D108BD9-81ED-4DB2-BD59-A6C34878D82A}">
                    <a16:rowId xmlns:a16="http://schemas.microsoft.com/office/drawing/2014/main" val="782045738"/>
                  </a:ext>
                </a:extLst>
              </a:tr>
              <a:tr h="385268">
                <a:tc>
                  <a:txBody>
                    <a:bodyPr/>
                    <a:lstStyle/>
                    <a:p>
                      <a:pPr marL="0" marR="0" algn="just">
                        <a:lnSpc>
                          <a:spcPct val="107000"/>
                        </a:lnSpc>
                        <a:spcBef>
                          <a:spcPts val="0"/>
                        </a:spcBef>
                        <a:spcAft>
                          <a:spcPts val="0"/>
                        </a:spcAft>
                      </a:pPr>
                      <a:r>
                        <a:rPr lang="en-GB" sz="1800">
                          <a:solidFill>
                            <a:srgbClr val="0F1449"/>
                          </a:solidFill>
                          <a:effectLst/>
                        </a:rPr>
                        <a:t>80-100</a:t>
                      </a:r>
                      <a:endParaRPr lang="en-US" sz="180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07000"/>
                        </a:lnSpc>
                        <a:spcBef>
                          <a:spcPts val="0"/>
                        </a:spcBef>
                        <a:spcAft>
                          <a:spcPts val="0"/>
                        </a:spcAft>
                      </a:pPr>
                      <a:r>
                        <a:rPr lang="en-GB" sz="1800" dirty="0">
                          <a:solidFill>
                            <a:srgbClr val="0F1449"/>
                          </a:solidFill>
                          <a:effectLst/>
                        </a:rPr>
                        <a:t>A+</a:t>
                      </a:r>
                      <a:endParaRPr lang="en-US" sz="1800" dirty="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07000"/>
                        </a:lnSpc>
                        <a:spcBef>
                          <a:spcPts val="0"/>
                        </a:spcBef>
                        <a:spcAft>
                          <a:spcPts val="0"/>
                        </a:spcAft>
                      </a:pPr>
                      <a:r>
                        <a:rPr lang="en-GB" sz="1800" dirty="0">
                          <a:solidFill>
                            <a:srgbClr val="0F1449"/>
                          </a:solidFill>
                          <a:effectLst/>
                        </a:rPr>
                        <a:t>4.0</a:t>
                      </a:r>
                      <a:endParaRPr lang="en-US" sz="1800" dirty="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rowSpan="2">
                  <a:txBody>
                    <a:bodyPr/>
                    <a:lstStyle/>
                    <a:p>
                      <a:pPr marL="0" marR="0" algn="just">
                        <a:lnSpc>
                          <a:spcPct val="107000"/>
                        </a:lnSpc>
                        <a:spcBef>
                          <a:spcPts val="0"/>
                        </a:spcBef>
                        <a:spcAft>
                          <a:spcPts val="0"/>
                        </a:spcAft>
                      </a:pPr>
                      <a:r>
                        <a:rPr lang="en-GB" sz="1800">
                          <a:solidFill>
                            <a:srgbClr val="0F1449"/>
                          </a:solidFill>
                          <a:effectLst/>
                        </a:rPr>
                        <a:t>Distinction</a:t>
                      </a:r>
                      <a:endParaRPr lang="en-US" sz="180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876158766"/>
                  </a:ext>
                </a:extLst>
              </a:tr>
              <a:tr h="385268">
                <a:tc>
                  <a:txBody>
                    <a:bodyPr/>
                    <a:lstStyle/>
                    <a:p>
                      <a:pPr marL="0" marR="0" algn="just">
                        <a:lnSpc>
                          <a:spcPct val="107000"/>
                        </a:lnSpc>
                        <a:spcBef>
                          <a:spcPts val="0"/>
                        </a:spcBef>
                        <a:spcAft>
                          <a:spcPts val="0"/>
                        </a:spcAft>
                      </a:pPr>
                      <a:r>
                        <a:rPr lang="en-GB" sz="1800">
                          <a:solidFill>
                            <a:srgbClr val="0F1449"/>
                          </a:solidFill>
                          <a:effectLst/>
                        </a:rPr>
                        <a:t>75-79</a:t>
                      </a:r>
                      <a:endParaRPr lang="en-US" sz="180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07000"/>
                        </a:lnSpc>
                        <a:spcBef>
                          <a:spcPts val="0"/>
                        </a:spcBef>
                        <a:spcAft>
                          <a:spcPts val="0"/>
                        </a:spcAft>
                      </a:pPr>
                      <a:r>
                        <a:rPr lang="en-GB" sz="1800">
                          <a:solidFill>
                            <a:srgbClr val="0F1449"/>
                          </a:solidFill>
                          <a:effectLst/>
                        </a:rPr>
                        <a:t>A</a:t>
                      </a:r>
                      <a:endParaRPr lang="en-US" sz="180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07000"/>
                        </a:lnSpc>
                        <a:spcBef>
                          <a:spcPts val="0"/>
                        </a:spcBef>
                        <a:spcAft>
                          <a:spcPts val="0"/>
                        </a:spcAft>
                      </a:pPr>
                      <a:r>
                        <a:rPr lang="en-GB" sz="1800" dirty="0">
                          <a:solidFill>
                            <a:srgbClr val="0F1449"/>
                          </a:solidFill>
                          <a:effectLst/>
                        </a:rPr>
                        <a:t>3.7</a:t>
                      </a:r>
                      <a:endParaRPr lang="en-US" sz="1800" dirty="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674548102"/>
                  </a:ext>
                </a:extLst>
              </a:tr>
              <a:tr h="385268">
                <a:tc>
                  <a:txBody>
                    <a:bodyPr/>
                    <a:lstStyle/>
                    <a:p>
                      <a:pPr marL="0" marR="0" algn="just">
                        <a:lnSpc>
                          <a:spcPct val="107000"/>
                        </a:lnSpc>
                        <a:spcBef>
                          <a:spcPts val="0"/>
                        </a:spcBef>
                        <a:spcAft>
                          <a:spcPts val="0"/>
                        </a:spcAft>
                      </a:pPr>
                      <a:r>
                        <a:rPr lang="en-GB" sz="1800">
                          <a:solidFill>
                            <a:srgbClr val="0F1449"/>
                          </a:solidFill>
                          <a:effectLst/>
                        </a:rPr>
                        <a:t>70-74</a:t>
                      </a:r>
                      <a:endParaRPr lang="en-US" sz="180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07000"/>
                        </a:lnSpc>
                        <a:spcBef>
                          <a:spcPts val="0"/>
                        </a:spcBef>
                        <a:spcAft>
                          <a:spcPts val="0"/>
                        </a:spcAft>
                      </a:pPr>
                      <a:r>
                        <a:rPr lang="en-GB" sz="1800">
                          <a:solidFill>
                            <a:srgbClr val="0F1449"/>
                          </a:solidFill>
                          <a:effectLst/>
                        </a:rPr>
                        <a:t>B+</a:t>
                      </a:r>
                      <a:endParaRPr lang="en-US" sz="180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07000"/>
                        </a:lnSpc>
                        <a:spcBef>
                          <a:spcPts val="0"/>
                        </a:spcBef>
                        <a:spcAft>
                          <a:spcPts val="0"/>
                        </a:spcAft>
                      </a:pPr>
                      <a:r>
                        <a:rPr lang="en-GB" sz="1800">
                          <a:solidFill>
                            <a:srgbClr val="0F1449"/>
                          </a:solidFill>
                          <a:effectLst/>
                        </a:rPr>
                        <a:t>3.3</a:t>
                      </a:r>
                      <a:endParaRPr lang="en-US" sz="180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rowSpan="2">
                  <a:txBody>
                    <a:bodyPr/>
                    <a:lstStyle/>
                    <a:p>
                      <a:pPr marL="0" marR="0" algn="just">
                        <a:lnSpc>
                          <a:spcPct val="107000"/>
                        </a:lnSpc>
                        <a:spcBef>
                          <a:spcPts val="0"/>
                        </a:spcBef>
                        <a:spcAft>
                          <a:spcPts val="0"/>
                        </a:spcAft>
                      </a:pPr>
                      <a:r>
                        <a:rPr lang="en-GB" sz="1800" dirty="0">
                          <a:solidFill>
                            <a:srgbClr val="0F1449"/>
                          </a:solidFill>
                          <a:effectLst/>
                        </a:rPr>
                        <a:t>Credit</a:t>
                      </a:r>
                      <a:endParaRPr lang="en-US" sz="1800" dirty="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931014952"/>
                  </a:ext>
                </a:extLst>
              </a:tr>
              <a:tr h="385268">
                <a:tc>
                  <a:txBody>
                    <a:bodyPr/>
                    <a:lstStyle/>
                    <a:p>
                      <a:pPr marL="0" marR="0" algn="just">
                        <a:lnSpc>
                          <a:spcPct val="107000"/>
                        </a:lnSpc>
                        <a:spcBef>
                          <a:spcPts val="0"/>
                        </a:spcBef>
                        <a:spcAft>
                          <a:spcPts val="0"/>
                        </a:spcAft>
                      </a:pPr>
                      <a:r>
                        <a:rPr lang="en-GB" sz="1800">
                          <a:solidFill>
                            <a:srgbClr val="0F1449"/>
                          </a:solidFill>
                          <a:effectLst/>
                        </a:rPr>
                        <a:t>65-69</a:t>
                      </a:r>
                      <a:endParaRPr lang="en-US" sz="180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07000"/>
                        </a:lnSpc>
                        <a:spcBef>
                          <a:spcPts val="0"/>
                        </a:spcBef>
                        <a:spcAft>
                          <a:spcPts val="0"/>
                        </a:spcAft>
                      </a:pPr>
                      <a:r>
                        <a:rPr lang="en-GB" sz="1800">
                          <a:solidFill>
                            <a:srgbClr val="0F1449"/>
                          </a:solidFill>
                          <a:effectLst/>
                        </a:rPr>
                        <a:t>B </a:t>
                      </a:r>
                      <a:endParaRPr lang="en-US" sz="180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07000"/>
                        </a:lnSpc>
                        <a:spcBef>
                          <a:spcPts val="0"/>
                        </a:spcBef>
                        <a:spcAft>
                          <a:spcPts val="0"/>
                        </a:spcAft>
                      </a:pPr>
                      <a:r>
                        <a:rPr lang="en-GB" sz="1800" dirty="0">
                          <a:solidFill>
                            <a:srgbClr val="0F1449"/>
                          </a:solidFill>
                          <a:effectLst/>
                        </a:rPr>
                        <a:t>3.0</a:t>
                      </a:r>
                      <a:endParaRPr lang="en-US" sz="1800" dirty="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1502484645"/>
                  </a:ext>
                </a:extLst>
              </a:tr>
              <a:tr h="382600">
                <a:tc>
                  <a:txBody>
                    <a:bodyPr/>
                    <a:lstStyle/>
                    <a:p>
                      <a:pPr marL="0" marR="0" algn="just">
                        <a:lnSpc>
                          <a:spcPct val="107000"/>
                        </a:lnSpc>
                        <a:spcBef>
                          <a:spcPts val="0"/>
                        </a:spcBef>
                        <a:spcAft>
                          <a:spcPts val="0"/>
                        </a:spcAft>
                      </a:pPr>
                      <a:r>
                        <a:rPr lang="en-GB" sz="1800">
                          <a:solidFill>
                            <a:srgbClr val="0F1449"/>
                          </a:solidFill>
                          <a:effectLst/>
                        </a:rPr>
                        <a:t>60-64</a:t>
                      </a:r>
                      <a:endParaRPr lang="en-US" sz="180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07000"/>
                        </a:lnSpc>
                        <a:spcBef>
                          <a:spcPts val="0"/>
                        </a:spcBef>
                        <a:spcAft>
                          <a:spcPts val="0"/>
                        </a:spcAft>
                      </a:pPr>
                      <a:r>
                        <a:rPr lang="en-GB" sz="1800">
                          <a:solidFill>
                            <a:srgbClr val="0F1449"/>
                          </a:solidFill>
                          <a:effectLst/>
                        </a:rPr>
                        <a:t>C+</a:t>
                      </a:r>
                      <a:endParaRPr lang="en-US" sz="180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07000"/>
                        </a:lnSpc>
                        <a:spcBef>
                          <a:spcPts val="0"/>
                        </a:spcBef>
                        <a:spcAft>
                          <a:spcPts val="0"/>
                        </a:spcAft>
                      </a:pPr>
                      <a:r>
                        <a:rPr lang="en-GB" sz="1800">
                          <a:solidFill>
                            <a:srgbClr val="0F1449"/>
                          </a:solidFill>
                          <a:effectLst/>
                        </a:rPr>
                        <a:t>2.7</a:t>
                      </a:r>
                      <a:endParaRPr lang="en-US" sz="180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rowSpan="3">
                  <a:txBody>
                    <a:bodyPr/>
                    <a:lstStyle/>
                    <a:p>
                      <a:pPr marL="0" marR="0" algn="just">
                        <a:lnSpc>
                          <a:spcPct val="107000"/>
                        </a:lnSpc>
                        <a:spcBef>
                          <a:spcPts val="0"/>
                        </a:spcBef>
                        <a:spcAft>
                          <a:spcPts val="0"/>
                        </a:spcAft>
                      </a:pPr>
                      <a:r>
                        <a:rPr lang="en-GB" sz="1800" dirty="0">
                          <a:solidFill>
                            <a:srgbClr val="0F1449"/>
                          </a:solidFill>
                          <a:effectLst/>
                        </a:rPr>
                        <a:t>Pass</a:t>
                      </a:r>
                      <a:endParaRPr lang="en-US" sz="1800" dirty="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513567685"/>
                  </a:ext>
                </a:extLst>
              </a:tr>
              <a:tr h="379933">
                <a:tc>
                  <a:txBody>
                    <a:bodyPr/>
                    <a:lstStyle/>
                    <a:p>
                      <a:pPr marL="0" marR="0" algn="just">
                        <a:lnSpc>
                          <a:spcPct val="107000"/>
                        </a:lnSpc>
                        <a:spcBef>
                          <a:spcPts val="0"/>
                        </a:spcBef>
                        <a:spcAft>
                          <a:spcPts val="0"/>
                        </a:spcAft>
                      </a:pPr>
                      <a:r>
                        <a:rPr lang="en-GB" sz="1800">
                          <a:solidFill>
                            <a:srgbClr val="0F1449"/>
                          </a:solidFill>
                          <a:effectLst/>
                        </a:rPr>
                        <a:t>55-59</a:t>
                      </a:r>
                      <a:endParaRPr lang="en-US" sz="180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07000"/>
                        </a:lnSpc>
                        <a:spcBef>
                          <a:spcPts val="0"/>
                        </a:spcBef>
                        <a:spcAft>
                          <a:spcPts val="0"/>
                        </a:spcAft>
                      </a:pPr>
                      <a:r>
                        <a:rPr lang="en-GB" sz="1800">
                          <a:solidFill>
                            <a:srgbClr val="0F1449"/>
                          </a:solidFill>
                          <a:effectLst/>
                        </a:rPr>
                        <a:t>C</a:t>
                      </a:r>
                      <a:endParaRPr lang="en-US" sz="180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07000"/>
                        </a:lnSpc>
                        <a:spcBef>
                          <a:spcPts val="0"/>
                        </a:spcBef>
                        <a:spcAft>
                          <a:spcPts val="0"/>
                        </a:spcAft>
                      </a:pPr>
                      <a:r>
                        <a:rPr lang="en-GB" sz="1800" dirty="0">
                          <a:solidFill>
                            <a:srgbClr val="0F1449"/>
                          </a:solidFill>
                          <a:effectLst/>
                        </a:rPr>
                        <a:t>2.3</a:t>
                      </a:r>
                      <a:endParaRPr lang="en-US" sz="1800" dirty="0">
                        <a:solidFill>
                          <a:srgbClr val="0F1449"/>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3504618211"/>
                  </a:ext>
                </a:extLst>
              </a:tr>
              <a:tr h="377265">
                <a:tc>
                  <a:txBody>
                    <a:bodyPr/>
                    <a:lstStyle/>
                    <a:p>
                      <a:pPr marL="0" marR="0" algn="just">
                        <a:spcBef>
                          <a:spcPts val="0"/>
                        </a:spcBef>
                        <a:spcAft>
                          <a:spcPts val="0"/>
                        </a:spcAft>
                      </a:pPr>
                      <a:r>
                        <a:rPr lang="en-GB" sz="1800">
                          <a:solidFill>
                            <a:srgbClr val="0F1449"/>
                          </a:solidFill>
                          <a:effectLst/>
                        </a:rPr>
                        <a:t>50-54</a:t>
                      </a:r>
                      <a:endParaRPr lang="en-US" sz="180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a:solidFill>
                            <a:srgbClr val="0F1449"/>
                          </a:solidFill>
                          <a:effectLst/>
                        </a:rPr>
                        <a:t>C-</a:t>
                      </a:r>
                      <a:endParaRPr lang="en-US" sz="180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dirty="0">
                          <a:solidFill>
                            <a:srgbClr val="0F1449"/>
                          </a:solidFill>
                          <a:effectLst/>
                        </a:rPr>
                        <a:t>2.0 </a:t>
                      </a:r>
                      <a:endParaRPr lang="en-US" sz="1800" dirty="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vMerge="1">
                  <a:txBody>
                    <a:bodyPr/>
                    <a:lstStyle/>
                    <a:p>
                      <a:endParaRPr lang="en-US"/>
                    </a:p>
                  </a:txBody>
                  <a:tcPr/>
                </a:tc>
                <a:extLst>
                  <a:ext uri="{0D108BD9-81ED-4DB2-BD59-A6C34878D82A}">
                    <a16:rowId xmlns:a16="http://schemas.microsoft.com/office/drawing/2014/main" val="117304988"/>
                  </a:ext>
                </a:extLst>
              </a:tr>
              <a:tr h="377265">
                <a:tc>
                  <a:txBody>
                    <a:bodyPr/>
                    <a:lstStyle/>
                    <a:p>
                      <a:pPr marL="0" marR="0" algn="just">
                        <a:spcBef>
                          <a:spcPts val="0"/>
                        </a:spcBef>
                        <a:spcAft>
                          <a:spcPts val="0"/>
                        </a:spcAft>
                      </a:pPr>
                      <a:r>
                        <a:rPr lang="en-GB" sz="1800">
                          <a:solidFill>
                            <a:srgbClr val="0F1449"/>
                          </a:solidFill>
                          <a:effectLst/>
                        </a:rPr>
                        <a:t>40-49</a:t>
                      </a:r>
                      <a:endParaRPr lang="en-US" sz="180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a:solidFill>
                            <a:srgbClr val="0F1449"/>
                          </a:solidFill>
                          <a:effectLst/>
                        </a:rPr>
                        <a:t>D</a:t>
                      </a:r>
                      <a:endParaRPr lang="en-US" sz="180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a:solidFill>
                            <a:srgbClr val="0F1449"/>
                          </a:solidFill>
                          <a:effectLst/>
                        </a:rPr>
                        <a:t>1.7</a:t>
                      </a:r>
                      <a:endParaRPr lang="en-US" sz="180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dirty="0">
                          <a:solidFill>
                            <a:srgbClr val="0F1449"/>
                          </a:solidFill>
                          <a:effectLst/>
                        </a:rPr>
                        <a:t>Fail (marginal)</a:t>
                      </a:r>
                      <a:endParaRPr lang="en-US" sz="1800" dirty="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extLst>
                  <a:ext uri="{0D108BD9-81ED-4DB2-BD59-A6C34878D82A}">
                    <a16:rowId xmlns:a16="http://schemas.microsoft.com/office/drawing/2014/main" val="2817424803"/>
                  </a:ext>
                </a:extLst>
              </a:tr>
              <a:tr h="377265">
                <a:tc>
                  <a:txBody>
                    <a:bodyPr/>
                    <a:lstStyle/>
                    <a:p>
                      <a:pPr marL="0" marR="0" algn="just">
                        <a:spcBef>
                          <a:spcPts val="0"/>
                        </a:spcBef>
                        <a:spcAft>
                          <a:spcPts val="0"/>
                        </a:spcAft>
                      </a:pPr>
                      <a:r>
                        <a:rPr lang="en-GB" sz="1800">
                          <a:solidFill>
                            <a:srgbClr val="0F1449"/>
                          </a:solidFill>
                          <a:effectLst/>
                        </a:rPr>
                        <a:t>30-39</a:t>
                      </a:r>
                      <a:endParaRPr lang="en-US" sz="180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a:solidFill>
                            <a:srgbClr val="0F1449"/>
                          </a:solidFill>
                          <a:effectLst/>
                        </a:rPr>
                        <a:t>F+</a:t>
                      </a:r>
                      <a:endParaRPr lang="en-US" sz="180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a:solidFill>
                            <a:srgbClr val="0F1449"/>
                          </a:solidFill>
                          <a:effectLst/>
                        </a:rPr>
                        <a:t>1.3</a:t>
                      </a:r>
                      <a:endParaRPr lang="en-US" sz="180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dirty="0">
                          <a:solidFill>
                            <a:srgbClr val="0F1449"/>
                          </a:solidFill>
                          <a:effectLst/>
                        </a:rPr>
                        <a:t>Fail</a:t>
                      </a:r>
                      <a:endParaRPr lang="en-US" sz="1800" dirty="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extLst>
                  <a:ext uri="{0D108BD9-81ED-4DB2-BD59-A6C34878D82A}">
                    <a16:rowId xmlns:a16="http://schemas.microsoft.com/office/drawing/2014/main" val="1367875751"/>
                  </a:ext>
                </a:extLst>
              </a:tr>
              <a:tr h="377265">
                <a:tc>
                  <a:txBody>
                    <a:bodyPr/>
                    <a:lstStyle/>
                    <a:p>
                      <a:pPr marL="0" marR="0" algn="just">
                        <a:spcBef>
                          <a:spcPts val="0"/>
                        </a:spcBef>
                        <a:spcAft>
                          <a:spcPts val="0"/>
                        </a:spcAft>
                      </a:pPr>
                      <a:r>
                        <a:rPr lang="en-GB" sz="1800">
                          <a:solidFill>
                            <a:srgbClr val="0F1449"/>
                          </a:solidFill>
                          <a:effectLst/>
                        </a:rPr>
                        <a:t>20-29</a:t>
                      </a:r>
                      <a:endParaRPr lang="en-US" sz="180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a:solidFill>
                            <a:srgbClr val="0F1449"/>
                          </a:solidFill>
                          <a:effectLst/>
                        </a:rPr>
                        <a:t>F</a:t>
                      </a:r>
                      <a:endParaRPr lang="en-US" sz="180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a:solidFill>
                            <a:srgbClr val="0F1449"/>
                          </a:solidFill>
                          <a:effectLst/>
                        </a:rPr>
                        <a:t>1.0</a:t>
                      </a:r>
                      <a:endParaRPr lang="en-US" sz="180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dirty="0">
                          <a:solidFill>
                            <a:srgbClr val="0F1449"/>
                          </a:solidFill>
                          <a:effectLst/>
                        </a:rPr>
                        <a:t>Fail</a:t>
                      </a:r>
                      <a:endParaRPr lang="en-US" sz="1800" dirty="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extLst>
                  <a:ext uri="{0D108BD9-81ED-4DB2-BD59-A6C34878D82A}">
                    <a16:rowId xmlns:a16="http://schemas.microsoft.com/office/drawing/2014/main" val="1289522490"/>
                  </a:ext>
                </a:extLst>
              </a:tr>
              <a:tr h="377265">
                <a:tc>
                  <a:txBody>
                    <a:bodyPr/>
                    <a:lstStyle/>
                    <a:p>
                      <a:pPr marL="0" marR="0" algn="just">
                        <a:spcBef>
                          <a:spcPts val="0"/>
                        </a:spcBef>
                        <a:spcAft>
                          <a:spcPts val="0"/>
                        </a:spcAft>
                      </a:pPr>
                      <a:r>
                        <a:rPr lang="en-GB" sz="1800" dirty="0">
                          <a:solidFill>
                            <a:srgbClr val="0F1449"/>
                          </a:solidFill>
                          <a:effectLst/>
                        </a:rPr>
                        <a:t>0-19</a:t>
                      </a:r>
                      <a:endParaRPr lang="en-US" sz="1800" dirty="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a:solidFill>
                            <a:srgbClr val="0F1449"/>
                          </a:solidFill>
                          <a:effectLst/>
                        </a:rPr>
                        <a:t>F-</a:t>
                      </a:r>
                      <a:endParaRPr lang="en-US" sz="180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a:solidFill>
                            <a:srgbClr val="0F1449"/>
                          </a:solidFill>
                          <a:effectLst/>
                        </a:rPr>
                        <a:t>0</a:t>
                      </a:r>
                      <a:endParaRPr lang="en-US" sz="180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marL="0" marR="0" algn="just">
                        <a:spcBef>
                          <a:spcPts val="0"/>
                        </a:spcBef>
                        <a:spcAft>
                          <a:spcPts val="0"/>
                        </a:spcAft>
                      </a:pPr>
                      <a:r>
                        <a:rPr lang="en-GB" sz="1800" dirty="0">
                          <a:solidFill>
                            <a:srgbClr val="0F1449"/>
                          </a:solidFill>
                          <a:effectLst/>
                        </a:rPr>
                        <a:t>Fail</a:t>
                      </a:r>
                      <a:endParaRPr lang="en-US" sz="1800" dirty="0">
                        <a:solidFill>
                          <a:srgbClr val="0F1449"/>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extLst>
                  <a:ext uri="{0D108BD9-81ED-4DB2-BD59-A6C34878D82A}">
                    <a16:rowId xmlns:a16="http://schemas.microsoft.com/office/drawing/2014/main" val="119907103"/>
                  </a:ext>
                </a:extLst>
              </a:tr>
            </a:tbl>
          </a:graphicData>
        </a:graphic>
      </p:graphicFrame>
    </p:spTree>
    <p:extLst>
      <p:ext uri="{BB962C8B-B14F-4D97-AF65-F5344CB8AC3E}">
        <p14:creationId xmlns:p14="http://schemas.microsoft.com/office/powerpoint/2010/main" val="452321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812B2-4BD9-D8FA-52DB-51D615F2EDA6}"/>
              </a:ext>
            </a:extLst>
          </p:cNvPr>
          <p:cNvSpPr>
            <a:spLocks noGrp="1"/>
          </p:cNvSpPr>
          <p:nvPr>
            <p:ph type="body" idx="1"/>
          </p:nvPr>
        </p:nvSpPr>
        <p:spPr/>
        <p:txBody>
          <a:bodyPr/>
          <a:lstStyle/>
          <a:p>
            <a:r>
              <a:rPr lang="en-US" dirty="0"/>
              <a:t>Course Materials available in Moodle</a:t>
            </a:r>
          </a:p>
        </p:txBody>
      </p:sp>
      <p:sp>
        <p:nvSpPr>
          <p:cNvPr id="4" name="Content Placeholder 3">
            <a:extLst>
              <a:ext uri="{FF2B5EF4-FFF2-40B4-BE49-F238E27FC236}">
                <a16:creationId xmlns:a16="http://schemas.microsoft.com/office/drawing/2014/main" id="{B117D545-5CE3-5F91-4C35-C33DFAF51C03}"/>
              </a:ext>
            </a:extLst>
          </p:cNvPr>
          <p:cNvSpPr>
            <a:spLocks noGrp="1"/>
          </p:cNvSpPr>
          <p:nvPr>
            <p:ph sz="half" idx="2"/>
          </p:nvPr>
        </p:nvSpPr>
        <p:spPr/>
        <p:txBody>
          <a:bodyPr/>
          <a:lstStyle/>
          <a:p>
            <a:r>
              <a:rPr lang="en-MY" dirty="0"/>
              <a:t>Module handbook</a:t>
            </a:r>
          </a:p>
          <a:p>
            <a:r>
              <a:rPr lang="en-MY" dirty="0"/>
              <a:t>Module descriptor</a:t>
            </a:r>
          </a:p>
          <a:p>
            <a:r>
              <a:rPr lang="en-MY" dirty="0"/>
              <a:t>Lecture slides</a:t>
            </a:r>
          </a:p>
          <a:p>
            <a:r>
              <a:rPr lang="en-MY" dirty="0"/>
              <a:t>Tutorial/Lab materials</a:t>
            </a:r>
          </a:p>
          <a:p>
            <a:r>
              <a:rPr lang="en-MY" dirty="0"/>
              <a:t>Sample </a:t>
            </a:r>
            <a:r>
              <a:rPr lang="en-MY" dirty="0" err="1"/>
              <a:t>incourse</a:t>
            </a:r>
            <a:r>
              <a:rPr lang="en-MY" dirty="0"/>
              <a:t> questions &amp; answers</a:t>
            </a:r>
          </a:p>
          <a:p>
            <a:r>
              <a:rPr lang="en-MY" dirty="0"/>
              <a:t>Sample exam questions &amp; answers</a:t>
            </a:r>
          </a:p>
        </p:txBody>
      </p:sp>
      <p:sp>
        <p:nvSpPr>
          <p:cNvPr id="5" name="Text Placeholder 4">
            <a:extLst>
              <a:ext uri="{FF2B5EF4-FFF2-40B4-BE49-F238E27FC236}">
                <a16:creationId xmlns:a16="http://schemas.microsoft.com/office/drawing/2014/main" id="{529A5438-F85D-E517-C373-8E30E2854E2D}"/>
              </a:ext>
            </a:extLst>
          </p:cNvPr>
          <p:cNvSpPr>
            <a:spLocks noGrp="1"/>
          </p:cNvSpPr>
          <p:nvPr>
            <p:ph type="body" sz="quarter" idx="3"/>
          </p:nvPr>
        </p:nvSpPr>
        <p:spPr/>
        <p:txBody>
          <a:bodyPr/>
          <a:lstStyle/>
          <a:p>
            <a:r>
              <a:rPr lang="en-US" dirty="0"/>
              <a:t>Essential and Further Readings</a:t>
            </a:r>
          </a:p>
        </p:txBody>
      </p:sp>
      <p:sp>
        <p:nvSpPr>
          <p:cNvPr id="6" name="Content Placeholder 5">
            <a:extLst>
              <a:ext uri="{FF2B5EF4-FFF2-40B4-BE49-F238E27FC236}">
                <a16:creationId xmlns:a16="http://schemas.microsoft.com/office/drawing/2014/main" id="{66B50F36-A760-E911-4C8A-D2C7FADDE950}"/>
              </a:ext>
            </a:extLst>
          </p:cNvPr>
          <p:cNvSpPr>
            <a:spLocks noGrp="1"/>
          </p:cNvSpPr>
          <p:nvPr>
            <p:ph sz="quarter" idx="4"/>
          </p:nvPr>
        </p:nvSpPr>
        <p:spPr/>
        <p:txBody>
          <a:bodyPr/>
          <a:lstStyle/>
          <a:p>
            <a:pPr marL="0" indent="0" algn="just">
              <a:buNone/>
            </a:pPr>
            <a:r>
              <a:rPr lang="en-US" sz="1600" dirty="0"/>
              <a:t>*Malik, D. S. (2017). C++ programming : program design including data structures. 8th ed. Clifton Park, NY : Cengage Learning. ISBN: 9781337117562</a:t>
            </a:r>
          </a:p>
          <a:p>
            <a:pPr marL="0" indent="0" algn="just">
              <a:buNone/>
            </a:pPr>
            <a:r>
              <a:rPr lang="en-US" sz="1600" dirty="0"/>
              <a:t>*</a:t>
            </a:r>
            <a:r>
              <a:rPr lang="en-US" sz="1600" dirty="0" err="1"/>
              <a:t>Kedyk</a:t>
            </a:r>
            <a:r>
              <a:rPr lang="en-US" sz="1600" dirty="0"/>
              <a:t> D. (2020). Implementing Useful Algorithms in C++. Independently published. ISBN: 9798605325307 </a:t>
            </a:r>
          </a:p>
          <a:p>
            <a:pPr marL="0" indent="0" algn="just">
              <a:buNone/>
            </a:pPr>
            <a:r>
              <a:rPr lang="en-US" sz="1600" dirty="0"/>
              <a:t>Yang H. (2022). Easy Learning Data Structures &amp; Algorithms C++: Explain Data Structures &amp; Algorithms through full-color diagrams (C++ Foundation Design Patterns &amp; Data Structures &amp; Algorithms) . Independently published. ISBN: 9798436738994</a:t>
            </a:r>
          </a:p>
          <a:p>
            <a:pPr marL="0" indent="0">
              <a:buNone/>
            </a:pPr>
            <a:endParaRPr lang="en-US" sz="1600" dirty="0"/>
          </a:p>
          <a:p>
            <a:pPr marL="0" indent="0" algn="just">
              <a:buNone/>
            </a:pPr>
            <a:r>
              <a:rPr lang="en-US" sz="1600" dirty="0"/>
              <a:t>*Note: Older references are indispensable and have no substitute as of Q1 2023</a:t>
            </a:r>
            <a:endParaRPr lang="en-US" sz="1400" dirty="0"/>
          </a:p>
          <a:p>
            <a:pPr marL="0" indent="0">
              <a:buNone/>
            </a:pPr>
            <a:r>
              <a:rPr lang="en-US" sz="1600" dirty="0"/>
              <a:t>*Further readings will be assigned from time to time.</a:t>
            </a:r>
          </a:p>
        </p:txBody>
      </p:sp>
      <p:sp>
        <p:nvSpPr>
          <p:cNvPr id="2" name="Title 1">
            <a:extLst>
              <a:ext uri="{FF2B5EF4-FFF2-40B4-BE49-F238E27FC236}">
                <a16:creationId xmlns:a16="http://schemas.microsoft.com/office/drawing/2014/main" id="{0D10C90F-9B67-4B4C-BA92-8ED1ACF50DAC}"/>
              </a:ext>
            </a:extLst>
          </p:cNvPr>
          <p:cNvSpPr>
            <a:spLocks noGrp="1"/>
          </p:cNvSpPr>
          <p:nvPr>
            <p:ph type="title"/>
          </p:nvPr>
        </p:nvSpPr>
        <p:spPr/>
        <p:txBody>
          <a:bodyPr/>
          <a:lstStyle/>
          <a:p>
            <a:pPr algn="l"/>
            <a:r>
              <a:rPr lang="en-US" dirty="0"/>
              <a:t>Reference Materials</a:t>
            </a:r>
          </a:p>
        </p:txBody>
      </p:sp>
    </p:spTree>
    <p:extLst>
      <p:ext uri="{BB962C8B-B14F-4D97-AF65-F5344CB8AC3E}">
        <p14:creationId xmlns:p14="http://schemas.microsoft.com/office/powerpoint/2010/main" val="1079286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BD6E5E-F761-447C-ADC8-17B82F9E060E}"/>
              </a:ext>
            </a:extLst>
          </p:cNvPr>
          <p:cNvSpPr>
            <a:spLocks noGrp="1"/>
          </p:cNvSpPr>
          <p:nvPr>
            <p:ph idx="1"/>
          </p:nvPr>
        </p:nvSpPr>
        <p:spPr/>
        <p:txBody>
          <a:bodyPr/>
          <a:lstStyle/>
          <a:p>
            <a:r>
              <a:rPr lang="en-US" dirty="0"/>
              <a:t>You are welcome to discuss your views on this module at any point of time.</a:t>
            </a:r>
          </a:p>
          <a:p>
            <a:r>
              <a:rPr lang="en-US" dirty="0"/>
              <a:t>Do fill in anonymous evaluation questionnaires in the student feedback form. There are two points -  mid and end of the teaching semester. </a:t>
            </a:r>
          </a:p>
          <a:p>
            <a:r>
              <a:rPr lang="en-US" dirty="0"/>
              <a:t>The feedbacks you provide will be constructive for improvement of teaching and module content development.</a:t>
            </a:r>
          </a:p>
        </p:txBody>
      </p:sp>
      <p:sp>
        <p:nvSpPr>
          <p:cNvPr id="3" name="Title 2">
            <a:extLst>
              <a:ext uri="{FF2B5EF4-FFF2-40B4-BE49-F238E27FC236}">
                <a16:creationId xmlns:a16="http://schemas.microsoft.com/office/drawing/2014/main" id="{B315D63E-0216-419B-A9E1-7C74B152BCFA}"/>
              </a:ext>
            </a:extLst>
          </p:cNvPr>
          <p:cNvSpPr>
            <a:spLocks noGrp="1"/>
          </p:cNvSpPr>
          <p:nvPr>
            <p:ph type="title"/>
          </p:nvPr>
        </p:nvSpPr>
        <p:spPr>
          <a:xfrm>
            <a:off x="330200" y="274638"/>
            <a:ext cx="10668000" cy="1143000"/>
          </a:xfrm>
        </p:spPr>
        <p:txBody>
          <a:bodyPr/>
          <a:lstStyle/>
          <a:p>
            <a:r>
              <a:rPr lang="en-US" dirty="0"/>
              <a:t>Your Valuable Feedback</a:t>
            </a:r>
          </a:p>
        </p:txBody>
      </p:sp>
    </p:spTree>
    <p:extLst>
      <p:ext uri="{BB962C8B-B14F-4D97-AF65-F5344CB8AC3E}">
        <p14:creationId xmlns:p14="http://schemas.microsoft.com/office/powerpoint/2010/main" val="3785982355"/>
      </p:ext>
    </p:extLst>
  </p:cSld>
  <p:clrMapOvr>
    <a:masterClrMapping/>
  </p:clrMapOvr>
</p:sld>
</file>

<file path=ppt/theme/theme1.xml><?xml version="1.0" encoding="utf-8"?>
<a:theme xmlns:a="http://schemas.openxmlformats.org/drawingml/2006/main" name="UCTI-Template-foundation-level">
  <a:themeElements>
    <a:clrScheme name="APU-2023">
      <a:dk1>
        <a:srgbClr val="082F50"/>
      </a:dk1>
      <a:lt1>
        <a:srgbClr val="FFFFFF"/>
      </a:lt1>
      <a:dk2>
        <a:srgbClr val="0070C0"/>
      </a:dk2>
      <a:lt2>
        <a:srgbClr val="C0F9FC"/>
      </a:lt2>
      <a:accent1>
        <a:srgbClr val="00B0F0"/>
      </a:accent1>
      <a:accent2>
        <a:srgbClr val="079244"/>
      </a:accent2>
      <a:accent3>
        <a:srgbClr val="E02C32"/>
      </a:accent3>
      <a:accent4>
        <a:srgbClr val="45D7EA"/>
      </a:accent4>
      <a:accent5>
        <a:srgbClr val="FAC41B"/>
      </a:accent5>
      <a:accent6>
        <a:srgbClr val="082F50"/>
      </a:accent6>
      <a:hlink>
        <a:srgbClr val="9AB1D0"/>
      </a:hlink>
      <a:folHlink>
        <a:srgbClr val="0D3358"/>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APU-2023">
      <a:dk1>
        <a:srgbClr val="081929"/>
      </a:dk1>
      <a:lt1>
        <a:srgbClr val="FFFFFF"/>
      </a:lt1>
      <a:dk2>
        <a:srgbClr val="0070C0"/>
      </a:dk2>
      <a:lt2>
        <a:srgbClr val="FFFFFF"/>
      </a:lt2>
      <a:accent1>
        <a:srgbClr val="00B0F0"/>
      </a:accent1>
      <a:accent2>
        <a:srgbClr val="99CC00"/>
      </a:accent2>
      <a:accent3>
        <a:srgbClr val="FF9966"/>
      </a:accent3>
      <a:accent4>
        <a:srgbClr val="45D7EA"/>
      </a:accent4>
      <a:accent5>
        <a:srgbClr val="CC66FF"/>
      </a:accent5>
      <a:accent6>
        <a:srgbClr val="FCE456"/>
      </a:accent6>
      <a:hlink>
        <a:srgbClr val="B7C6FE"/>
      </a:hlink>
      <a:folHlink>
        <a:srgbClr val="00B0F0"/>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0C09830CF6CB84B8D12D02B69700FAF" ma:contentTypeVersion="14" ma:contentTypeDescription="Create a new document." ma:contentTypeScope="" ma:versionID="91bb3fc2fda44f6dca498e4986d3c34f">
  <xsd:schema xmlns:xsd="http://www.w3.org/2001/XMLSchema" xmlns:xs="http://www.w3.org/2001/XMLSchema" xmlns:p="http://schemas.microsoft.com/office/2006/metadata/properties" xmlns:ns3="c0f90a4e-2534-4174-991f-0eb794d5b859" xmlns:ns4="d2981e9c-0c44-4237-a41f-50944ddb2e5d" targetNamespace="http://schemas.microsoft.com/office/2006/metadata/properties" ma:root="true" ma:fieldsID="d346f1bbf5bc0d23fe733b73729b7857" ns3:_="" ns4:_="">
    <xsd:import namespace="c0f90a4e-2534-4174-991f-0eb794d5b859"/>
    <xsd:import namespace="d2981e9c-0c44-4237-a41f-50944ddb2e5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ServiceOCR" minOccurs="0"/>
                <xsd:element ref="ns3:MediaServiceLocation"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f90a4e-2534-4174-991f-0eb794d5b8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2981e9c-0c44-4237-a41f-50944ddb2e5d"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6039F5-814C-4C5B-A6B0-438D9C48FD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f90a4e-2534-4174-991f-0eb794d5b859"/>
    <ds:schemaRef ds:uri="d2981e9c-0c44-4237-a41f-50944ddb2e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ED3909F-E191-4C23-B23C-BA46B5ADDDA2}">
  <ds:schemaRefs>
    <ds:schemaRef ds:uri="http://purl.org/dc/terms/"/>
    <ds:schemaRef ds:uri="http://schemas.microsoft.com/office/2006/documentManagement/types"/>
    <ds:schemaRef ds:uri="d2981e9c-0c44-4237-a41f-50944ddb2e5d"/>
    <ds:schemaRef ds:uri="http://schemas.microsoft.com/office/infopath/2007/PartnerControls"/>
    <ds:schemaRef ds:uri="http://purl.org/dc/elements/1.1/"/>
    <ds:schemaRef ds:uri="http://schemas.microsoft.com/office/2006/metadata/properties"/>
    <ds:schemaRef ds:uri="c0f90a4e-2534-4174-991f-0eb794d5b859"/>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0374C82B-844E-4C6D-B41E-036AD4E59A6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1521</TotalTime>
  <Pages>11</Pages>
  <Words>1033</Words>
  <Application>Microsoft Office PowerPoint</Application>
  <PresentationFormat>Widescreen</PresentationFormat>
  <Paragraphs>194</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Montserrat</vt:lpstr>
      <vt:lpstr>PT Sans</vt:lpstr>
      <vt:lpstr>Wingdings</vt:lpstr>
      <vt:lpstr>UCTI-Template-foundation-level</vt:lpstr>
      <vt:lpstr>Data Structures CT077-3-2- DSTR(Version VE1)</vt:lpstr>
      <vt:lpstr>Lecturer Information</vt:lpstr>
      <vt:lpstr>Pre-Requisites For This Module</vt:lpstr>
      <vt:lpstr>Outcomes Based Education</vt:lpstr>
      <vt:lpstr>Aims of this Module</vt:lpstr>
      <vt:lpstr>Module Learning Outcomes</vt:lpstr>
      <vt:lpstr>Mapping of CLO with PLO</vt:lpstr>
      <vt:lpstr>Student Learning Time</vt:lpstr>
      <vt:lpstr>Module Content Outline (Please add/reduce the column as needed)</vt:lpstr>
      <vt:lpstr>Assessment Summary (refer to module handbook and module descriptor)</vt:lpstr>
      <vt:lpstr>Expectations</vt:lpstr>
      <vt:lpstr>Other Expectations</vt:lpstr>
      <vt:lpstr>Achievement Requirements:  Undergraduate (Diploma, Foundation, Degree)</vt:lpstr>
      <vt:lpstr>Reference Materials</vt:lpstr>
      <vt:lpstr>Your Valuable Feedback</vt:lpstr>
    </vt:vector>
  </TitlesOfParts>
  <Company>APU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Teaching Slides</dc:subject>
  <dc:creator>DBB</dc:creator>
  <cp:keywords>2023</cp:keywords>
  <cp:lastModifiedBy>Celine Haren Paschal</cp:lastModifiedBy>
  <cp:revision>336</cp:revision>
  <cp:lastPrinted>2023-02-03T03:07:34Z</cp:lastPrinted>
  <dcterms:created xsi:type="dcterms:W3CDTF">2005-08-02T10:18:20Z</dcterms:created>
  <dcterms:modified xsi:type="dcterms:W3CDTF">2026-04-21T00:15:29Z</dcterms:modified>
  <cp:category>Teaching Slides</cp:category>
  <cp:contentStatus>2023 Version</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0x01010050C09830CF6CB84B8D12D02B69700FAF</vt:lpwstr>
  </property>
</Properties>
</file>